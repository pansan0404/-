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0" r:id="rId1"/>
  </p:sldMasterIdLst>
  <p:notesMasterIdLst>
    <p:notesMasterId r:id="rId3"/>
  </p:notesMasterIdLst>
  <p:sldIdLst>
    <p:sldId id="256" r:id="rId2"/>
  </p:sldIdLst>
  <p:sldSz cx="10799763" cy="79200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62626"/>
    <a:srgbClr val="F2FFEC"/>
    <a:srgbClr val="DAF2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56"/>
    <p:restoredTop sz="94658"/>
  </p:normalViewPr>
  <p:slideViewPr>
    <p:cSldViewPr snapToGrid="0">
      <p:cViewPr varScale="1">
        <p:scale>
          <a:sx n="100" d="100"/>
          <a:sy n="100" d="100"/>
        </p:scale>
        <p:origin x="174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3622DA-DB3F-B44A-82A4-CAAC4D0BD605}" type="datetimeFigureOut">
              <a:rPr kumimoji="1" lang="ja-JP" altLang="en-US" smtClean="0"/>
              <a:t>2026/1/26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25563" y="1143000"/>
            <a:ext cx="42068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DF9CBC-2E43-E544-8E16-4D370220DFA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576944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08433" rtl="0" eaLnBrk="1" latinLnBrk="0" hangingPunct="1">
      <a:defRPr kumimoji="1" sz="930" kern="1200">
        <a:solidFill>
          <a:schemeClr val="tx1"/>
        </a:solidFill>
        <a:latin typeface="+mn-lt"/>
        <a:ea typeface="+mn-ea"/>
        <a:cs typeface="+mn-cs"/>
      </a:defRPr>
    </a:lvl1pPr>
    <a:lvl2pPr marL="354217" algn="l" defTabSz="708433" rtl="0" eaLnBrk="1" latinLnBrk="0" hangingPunct="1">
      <a:defRPr kumimoji="1" sz="930" kern="1200">
        <a:solidFill>
          <a:schemeClr val="tx1"/>
        </a:solidFill>
        <a:latin typeface="+mn-lt"/>
        <a:ea typeface="+mn-ea"/>
        <a:cs typeface="+mn-cs"/>
      </a:defRPr>
    </a:lvl2pPr>
    <a:lvl3pPr marL="708433" algn="l" defTabSz="708433" rtl="0" eaLnBrk="1" latinLnBrk="0" hangingPunct="1">
      <a:defRPr kumimoji="1" sz="930" kern="1200">
        <a:solidFill>
          <a:schemeClr val="tx1"/>
        </a:solidFill>
        <a:latin typeface="+mn-lt"/>
        <a:ea typeface="+mn-ea"/>
        <a:cs typeface="+mn-cs"/>
      </a:defRPr>
    </a:lvl3pPr>
    <a:lvl4pPr marL="1062652" algn="l" defTabSz="708433" rtl="0" eaLnBrk="1" latinLnBrk="0" hangingPunct="1">
      <a:defRPr kumimoji="1" sz="930" kern="1200">
        <a:solidFill>
          <a:schemeClr val="tx1"/>
        </a:solidFill>
        <a:latin typeface="+mn-lt"/>
        <a:ea typeface="+mn-ea"/>
        <a:cs typeface="+mn-cs"/>
      </a:defRPr>
    </a:lvl4pPr>
    <a:lvl5pPr marL="1416870" algn="l" defTabSz="708433" rtl="0" eaLnBrk="1" latinLnBrk="0" hangingPunct="1">
      <a:defRPr kumimoji="1" sz="930" kern="1200">
        <a:solidFill>
          <a:schemeClr val="tx1"/>
        </a:solidFill>
        <a:latin typeface="+mn-lt"/>
        <a:ea typeface="+mn-ea"/>
        <a:cs typeface="+mn-cs"/>
      </a:defRPr>
    </a:lvl5pPr>
    <a:lvl6pPr marL="1771087" algn="l" defTabSz="708433" rtl="0" eaLnBrk="1" latinLnBrk="0" hangingPunct="1">
      <a:defRPr kumimoji="1" sz="930" kern="1200">
        <a:solidFill>
          <a:schemeClr val="tx1"/>
        </a:solidFill>
        <a:latin typeface="+mn-lt"/>
        <a:ea typeface="+mn-ea"/>
        <a:cs typeface="+mn-cs"/>
      </a:defRPr>
    </a:lvl6pPr>
    <a:lvl7pPr marL="2125303" algn="l" defTabSz="708433" rtl="0" eaLnBrk="1" latinLnBrk="0" hangingPunct="1">
      <a:defRPr kumimoji="1" sz="930" kern="1200">
        <a:solidFill>
          <a:schemeClr val="tx1"/>
        </a:solidFill>
        <a:latin typeface="+mn-lt"/>
        <a:ea typeface="+mn-ea"/>
        <a:cs typeface="+mn-cs"/>
      </a:defRPr>
    </a:lvl7pPr>
    <a:lvl8pPr marL="2479520" algn="l" defTabSz="708433" rtl="0" eaLnBrk="1" latinLnBrk="0" hangingPunct="1">
      <a:defRPr kumimoji="1" sz="930" kern="1200">
        <a:solidFill>
          <a:schemeClr val="tx1"/>
        </a:solidFill>
        <a:latin typeface="+mn-lt"/>
        <a:ea typeface="+mn-ea"/>
        <a:cs typeface="+mn-cs"/>
      </a:defRPr>
    </a:lvl8pPr>
    <a:lvl9pPr marL="2833738" algn="l" defTabSz="708433" rtl="0" eaLnBrk="1" latinLnBrk="0" hangingPunct="1">
      <a:defRPr kumimoji="1" sz="93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1325563" y="1143000"/>
            <a:ext cx="4206875" cy="3086100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DF9CBC-2E43-E544-8E16-4D370220DFA2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989630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9982" y="1296173"/>
            <a:ext cx="9179799" cy="2757347"/>
          </a:xfrm>
        </p:spPr>
        <p:txBody>
          <a:bodyPr anchor="b"/>
          <a:lstStyle>
            <a:lvl1pPr algn="ctr">
              <a:defRPr sz="6929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49971" y="4159854"/>
            <a:ext cx="8099822" cy="1912175"/>
          </a:xfrm>
        </p:spPr>
        <p:txBody>
          <a:bodyPr/>
          <a:lstStyle>
            <a:lvl1pPr marL="0" indent="0" algn="ctr">
              <a:buNone/>
              <a:defRPr sz="2772"/>
            </a:lvl1pPr>
            <a:lvl2pPr marL="528020" indent="0" algn="ctr">
              <a:buNone/>
              <a:defRPr sz="2310"/>
            </a:lvl2pPr>
            <a:lvl3pPr marL="1056041" indent="0" algn="ctr">
              <a:buNone/>
              <a:defRPr sz="2079"/>
            </a:lvl3pPr>
            <a:lvl4pPr marL="1584061" indent="0" algn="ctr">
              <a:buNone/>
              <a:defRPr sz="1848"/>
            </a:lvl4pPr>
            <a:lvl5pPr marL="2112081" indent="0" algn="ctr">
              <a:buNone/>
              <a:defRPr sz="1848"/>
            </a:lvl5pPr>
            <a:lvl6pPr marL="2640101" indent="0" algn="ctr">
              <a:buNone/>
              <a:defRPr sz="1848"/>
            </a:lvl6pPr>
            <a:lvl7pPr marL="3168122" indent="0" algn="ctr">
              <a:buNone/>
              <a:defRPr sz="1848"/>
            </a:lvl7pPr>
            <a:lvl8pPr marL="3696142" indent="0" algn="ctr">
              <a:buNone/>
              <a:defRPr sz="1848"/>
            </a:lvl8pPr>
            <a:lvl9pPr marL="4224162" indent="0" algn="ctr">
              <a:buNone/>
              <a:defRPr sz="1848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E4E01-6AF7-9B4E-B0DD-D0892A54FB24}" type="datetimeFigureOut">
              <a:rPr kumimoji="1" lang="ja-JP" altLang="en-US" smtClean="0"/>
              <a:t>2026/1/26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30C1D-F9D7-A84C-89BF-56CE5A64D64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499648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E4E01-6AF7-9B4E-B0DD-D0892A54FB24}" type="datetimeFigureOut">
              <a:rPr kumimoji="1" lang="ja-JP" altLang="en-US" smtClean="0"/>
              <a:t>2026/1/26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30C1D-F9D7-A84C-89BF-56CE5A64D64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1069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859" y="1974512"/>
            <a:ext cx="9314796" cy="3294515"/>
          </a:xfrm>
        </p:spPr>
        <p:txBody>
          <a:bodyPr anchor="b"/>
          <a:lstStyle>
            <a:lvl1pPr>
              <a:defRPr sz="6929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859" y="5300194"/>
            <a:ext cx="9314796" cy="1732508"/>
          </a:xfrm>
        </p:spPr>
        <p:txBody>
          <a:bodyPr/>
          <a:lstStyle>
            <a:lvl1pPr marL="0" indent="0">
              <a:buNone/>
              <a:defRPr sz="2772">
                <a:solidFill>
                  <a:schemeClr val="tx1">
                    <a:tint val="82000"/>
                  </a:schemeClr>
                </a:solidFill>
              </a:defRPr>
            </a:lvl1pPr>
            <a:lvl2pPr marL="528020" indent="0">
              <a:buNone/>
              <a:defRPr sz="2310">
                <a:solidFill>
                  <a:schemeClr val="tx1">
                    <a:tint val="82000"/>
                  </a:schemeClr>
                </a:solidFill>
              </a:defRPr>
            </a:lvl2pPr>
            <a:lvl3pPr marL="1056041" indent="0">
              <a:buNone/>
              <a:defRPr sz="2079">
                <a:solidFill>
                  <a:schemeClr val="tx1">
                    <a:tint val="82000"/>
                  </a:schemeClr>
                </a:solidFill>
              </a:defRPr>
            </a:lvl3pPr>
            <a:lvl4pPr marL="1584061" indent="0">
              <a:buNone/>
              <a:defRPr sz="1848">
                <a:solidFill>
                  <a:schemeClr val="tx1">
                    <a:tint val="82000"/>
                  </a:schemeClr>
                </a:solidFill>
              </a:defRPr>
            </a:lvl4pPr>
            <a:lvl5pPr marL="2112081" indent="0">
              <a:buNone/>
              <a:defRPr sz="1848">
                <a:solidFill>
                  <a:schemeClr val="tx1">
                    <a:tint val="82000"/>
                  </a:schemeClr>
                </a:solidFill>
              </a:defRPr>
            </a:lvl5pPr>
            <a:lvl6pPr marL="2640101" indent="0">
              <a:buNone/>
              <a:defRPr sz="1848">
                <a:solidFill>
                  <a:schemeClr val="tx1">
                    <a:tint val="82000"/>
                  </a:schemeClr>
                </a:solidFill>
              </a:defRPr>
            </a:lvl6pPr>
            <a:lvl7pPr marL="3168122" indent="0">
              <a:buNone/>
              <a:defRPr sz="1848">
                <a:solidFill>
                  <a:schemeClr val="tx1">
                    <a:tint val="82000"/>
                  </a:schemeClr>
                </a:solidFill>
              </a:defRPr>
            </a:lvl7pPr>
            <a:lvl8pPr marL="3696142" indent="0">
              <a:buNone/>
              <a:defRPr sz="1848">
                <a:solidFill>
                  <a:schemeClr val="tx1">
                    <a:tint val="82000"/>
                  </a:schemeClr>
                </a:solidFill>
              </a:defRPr>
            </a:lvl8pPr>
            <a:lvl9pPr marL="4224162" indent="0">
              <a:buNone/>
              <a:defRPr sz="1848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E4E01-6AF7-9B4E-B0DD-D0892A54FB24}" type="datetimeFigureOut">
              <a:rPr kumimoji="1" lang="ja-JP" altLang="en-US" smtClean="0"/>
              <a:t>2026/1/26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30C1D-F9D7-A84C-89BF-56CE5A64D64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08791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42484" y="2108344"/>
            <a:ext cx="4589899" cy="5025191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67380" y="2108344"/>
            <a:ext cx="4589899" cy="5025191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E4E01-6AF7-9B4E-B0DD-D0892A54FB24}" type="datetimeFigureOut">
              <a:rPr kumimoji="1" lang="ja-JP" altLang="en-US" smtClean="0"/>
              <a:t>2026/1/26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30C1D-F9D7-A84C-89BF-56CE5A64D64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283961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0" y="421671"/>
            <a:ext cx="9314796" cy="1530841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3892" y="1941510"/>
            <a:ext cx="4568805" cy="951504"/>
          </a:xfrm>
        </p:spPr>
        <p:txBody>
          <a:bodyPr anchor="b"/>
          <a:lstStyle>
            <a:lvl1pPr marL="0" indent="0">
              <a:buNone/>
              <a:defRPr sz="2772" b="1"/>
            </a:lvl1pPr>
            <a:lvl2pPr marL="528020" indent="0">
              <a:buNone/>
              <a:defRPr sz="2310" b="1"/>
            </a:lvl2pPr>
            <a:lvl3pPr marL="1056041" indent="0">
              <a:buNone/>
              <a:defRPr sz="2079" b="1"/>
            </a:lvl3pPr>
            <a:lvl4pPr marL="1584061" indent="0">
              <a:buNone/>
              <a:defRPr sz="1848" b="1"/>
            </a:lvl4pPr>
            <a:lvl5pPr marL="2112081" indent="0">
              <a:buNone/>
              <a:defRPr sz="1848" b="1"/>
            </a:lvl5pPr>
            <a:lvl6pPr marL="2640101" indent="0">
              <a:buNone/>
              <a:defRPr sz="1848" b="1"/>
            </a:lvl6pPr>
            <a:lvl7pPr marL="3168122" indent="0">
              <a:buNone/>
              <a:defRPr sz="1848" b="1"/>
            </a:lvl7pPr>
            <a:lvl8pPr marL="3696142" indent="0">
              <a:buNone/>
              <a:defRPr sz="1848" b="1"/>
            </a:lvl8pPr>
            <a:lvl9pPr marL="4224162" indent="0">
              <a:buNone/>
              <a:defRPr sz="1848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3892" y="2893014"/>
            <a:ext cx="4568805" cy="42551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67381" y="1941510"/>
            <a:ext cx="4591306" cy="951504"/>
          </a:xfrm>
        </p:spPr>
        <p:txBody>
          <a:bodyPr anchor="b"/>
          <a:lstStyle>
            <a:lvl1pPr marL="0" indent="0">
              <a:buNone/>
              <a:defRPr sz="2772" b="1"/>
            </a:lvl1pPr>
            <a:lvl2pPr marL="528020" indent="0">
              <a:buNone/>
              <a:defRPr sz="2310" b="1"/>
            </a:lvl2pPr>
            <a:lvl3pPr marL="1056041" indent="0">
              <a:buNone/>
              <a:defRPr sz="2079" b="1"/>
            </a:lvl3pPr>
            <a:lvl4pPr marL="1584061" indent="0">
              <a:buNone/>
              <a:defRPr sz="1848" b="1"/>
            </a:lvl4pPr>
            <a:lvl5pPr marL="2112081" indent="0">
              <a:buNone/>
              <a:defRPr sz="1848" b="1"/>
            </a:lvl5pPr>
            <a:lvl6pPr marL="2640101" indent="0">
              <a:buNone/>
              <a:defRPr sz="1848" b="1"/>
            </a:lvl6pPr>
            <a:lvl7pPr marL="3168122" indent="0">
              <a:buNone/>
              <a:defRPr sz="1848" b="1"/>
            </a:lvl7pPr>
            <a:lvl8pPr marL="3696142" indent="0">
              <a:buNone/>
              <a:defRPr sz="1848" b="1"/>
            </a:lvl8pPr>
            <a:lvl9pPr marL="4224162" indent="0">
              <a:buNone/>
              <a:defRPr sz="1848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67381" y="2893014"/>
            <a:ext cx="4591306" cy="42551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E4E01-6AF7-9B4E-B0DD-D0892A54FB24}" type="datetimeFigureOut">
              <a:rPr kumimoji="1" lang="ja-JP" altLang="en-US" smtClean="0"/>
              <a:t>2026/1/26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30C1D-F9D7-A84C-89BF-56CE5A64D64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550707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E4E01-6AF7-9B4E-B0DD-D0892A54FB24}" type="datetimeFigureOut">
              <a:rPr kumimoji="1" lang="ja-JP" altLang="en-US" smtClean="0"/>
              <a:t>2026/1/26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30C1D-F9D7-A84C-89BF-56CE5A64D64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464676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E4E01-6AF7-9B4E-B0DD-D0892A54FB24}" type="datetimeFigureOut">
              <a:rPr kumimoji="1" lang="ja-JP" altLang="en-US" smtClean="0"/>
              <a:t>2026/1/26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30C1D-F9D7-A84C-89BF-56CE5A64D64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700767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0" y="528002"/>
            <a:ext cx="3483205" cy="1848009"/>
          </a:xfrm>
        </p:spPr>
        <p:txBody>
          <a:bodyPr anchor="b"/>
          <a:lstStyle>
            <a:lvl1pPr>
              <a:defRPr sz="3696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1306" y="1140341"/>
            <a:ext cx="5467380" cy="5628360"/>
          </a:xfrm>
        </p:spPr>
        <p:txBody>
          <a:bodyPr/>
          <a:lstStyle>
            <a:lvl1pPr>
              <a:defRPr sz="3696"/>
            </a:lvl1pPr>
            <a:lvl2pPr>
              <a:defRPr sz="3234"/>
            </a:lvl2pPr>
            <a:lvl3pPr>
              <a:defRPr sz="2772"/>
            </a:lvl3pPr>
            <a:lvl4pPr>
              <a:defRPr sz="2310"/>
            </a:lvl4pPr>
            <a:lvl5pPr>
              <a:defRPr sz="2310"/>
            </a:lvl5pPr>
            <a:lvl6pPr>
              <a:defRPr sz="2310"/>
            </a:lvl6pPr>
            <a:lvl7pPr>
              <a:defRPr sz="2310"/>
            </a:lvl7pPr>
            <a:lvl8pPr>
              <a:defRPr sz="2310"/>
            </a:lvl8pPr>
            <a:lvl9pPr>
              <a:defRPr sz="231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3890" y="2376011"/>
            <a:ext cx="3483205" cy="4401855"/>
          </a:xfrm>
        </p:spPr>
        <p:txBody>
          <a:bodyPr/>
          <a:lstStyle>
            <a:lvl1pPr marL="0" indent="0">
              <a:buNone/>
              <a:defRPr sz="1848"/>
            </a:lvl1pPr>
            <a:lvl2pPr marL="528020" indent="0">
              <a:buNone/>
              <a:defRPr sz="1617"/>
            </a:lvl2pPr>
            <a:lvl3pPr marL="1056041" indent="0">
              <a:buNone/>
              <a:defRPr sz="1386"/>
            </a:lvl3pPr>
            <a:lvl4pPr marL="1584061" indent="0">
              <a:buNone/>
              <a:defRPr sz="1155"/>
            </a:lvl4pPr>
            <a:lvl5pPr marL="2112081" indent="0">
              <a:buNone/>
              <a:defRPr sz="1155"/>
            </a:lvl5pPr>
            <a:lvl6pPr marL="2640101" indent="0">
              <a:buNone/>
              <a:defRPr sz="1155"/>
            </a:lvl6pPr>
            <a:lvl7pPr marL="3168122" indent="0">
              <a:buNone/>
              <a:defRPr sz="1155"/>
            </a:lvl7pPr>
            <a:lvl8pPr marL="3696142" indent="0">
              <a:buNone/>
              <a:defRPr sz="1155"/>
            </a:lvl8pPr>
            <a:lvl9pPr marL="4224162" indent="0">
              <a:buNone/>
              <a:defRPr sz="1155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E4E01-6AF7-9B4E-B0DD-D0892A54FB24}" type="datetimeFigureOut">
              <a:rPr kumimoji="1" lang="ja-JP" altLang="en-US" smtClean="0"/>
              <a:t>2026/1/26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30C1D-F9D7-A84C-89BF-56CE5A64D64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304869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0" y="528002"/>
            <a:ext cx="3483205" cy="1848009"/>
          </a:xfrm>
        </p:spPr>
        <p:txBody>
          <a:bodyPr anchor="b"/>
          <a:lstStyle>
            <a:lvl1pPr>
              <a:defRPr sz="3696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91306" y="1140341"/>
            <a:ext cx="5467380" cy="5628360"/>
          </a:xfrm>
        </p:spPr>
        <p:txBody>
          <a:bodyPr anchor="t"/>
          <a:lstStyle>
            <a:lvl1pPr marL="0" indent="0">
              <a:buNone/>
              <a:defRPr sz="3696"/>
            </a:lvl1pPr>
            <a:lvl2pPr marL="528020" indent="0">
              <a:buNone/>
              <a:defRPr sz="3234"/>
            </a:lvl2pPr>
            <a:lvl3pPr marL="1056041" indent="0">
              <a:buNone/>
              <a:defRPr sz="2772"/>
            </a:lvl3pPr>
            <a:lvl4pPr marL="1584061" indent="0">
              <a:buNone/>
              <a:defRPr sz="2310"/>
            </a:lvl4pPr>
            <a:lvl5pPr marL="2112081" indent="0">
              <a:buNone/>
              <a:defRPr sz="2310"/>
            </a:lvl5pPr>
            <a:lvl6pPr marL="2640101" indent="0">
              <a:buNone/>
              <a:defRPr sz="2310"/>
            </a:lvl6pPr>
            <a:lvl7pPr marL="3168122" indent="0">
              <a:buNone/>
              <a:defRPr sz="2310"/>
            </a:lvl7pPr>
            <a:lvl8pPr marL="3696142" indent="0">
              <a:buNone/>
              <a:defRPr sz="2310"/>
            </a:lvl8pPr>
            <a:lvl9pPr marL="4224162" indent="0">
              <a:buNone/>
              <a:defRPr sz="231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3890" y="2376011"/>
            <a:ext cx="3483205" cy="4401855"/>
          </a:xfrm>
        </p:spPr>
        <p:txBody>
          <a:bodyPr/>
          <a:lstStyle>
            <a:lvl1pPr marL="0" indent="0">
              <a:buNone/>
              <a:defRPr sz="1848"/>
            </a:lvl1pPr>
            <a:lvl2pPr marL="528020" indent="0">
              <a:buNone/>
              <a:defRPr sz="1617"/>
            </a:lvl2pPr>
            <a:lvl3pPr marL="1056041" indent="0">
              <a:buNone/>
              <a:defRPr sz="1386"/>
            </a:lvl3pPr>
            <a:lvl4pPr marL="1584061" indent="0">
              <a:buNone/>
              <a:defRPr sz="1155"/>
            </a:lvl4pPr>
            <a:lvl5pPr marL="2112081" indent="0">
              <a:buNone/>
              <a:defRPr sz="1155"/>
            </a:lvl5pPr>
            <a:lvl6pPr marL="2640101" indent="0">
              <a:buNone/>
              <a:defRPr sz="1155"/>
            </a:lvl6pPr>
            <a:lvl7pPr marL="3168122" indent="0">
              <a:buNone/>
              <a:defRPr sz="1155"/>
            </a:lvl7pPr>
            <a:lvl8pPr marL="3696142" indent="0">
              <a:buNone/>
              <a:defRPr sz="1155"/>
            </a:lvl8pPr>
            <a:lvl9pPr marL="4224162" indent="0">
              <a:buNone/>
              <a:defRPr sz="1155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E4E01-6AF7-9B4E-B0DD-D0892A54FB24}" type="datetimeFigureOut">
              <a:rPr kumimoji="1" lang="ja-JP" altLang="en-US" smtClean="0"/>
              <a:t>2026/1/26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30C1D-F9D7-A84C-89BF-56CE5A64D64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289430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E4E01-6AF7-9B4E-B0DD-D0892A54FB24}" type="datetimeFigureOut">
              <a:rPr kumimoji="1" lang="ja-JP" altLang="en-US" smtClean="0"/>
              <a:t>2026/1/26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30C1D-F9D7-A84C-89BF-56CE5A64D64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020863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728581" y="421669"/>
            <a:ext cx="2328699" cy="6711866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484" y="421669"/>
            <a:ext cx="6851100" cy="6711866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E4E01-6AF7-9B4E-B0DD-D0892A54FB24}" type="datetimeFigureOut">
              <a:rPr kumimoji="1" lang="ja-JP" altLang="en-US" smtClean="0"/>
              <a:t>2026/1/26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30C1D-F9D7-A84C-89BF-56CE5A64D64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887401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42484" y="421671"/>
            <a:ext cx="9314796" cy="15308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2484" y="2108344"/>
            <a:ext cx="9314796" cy="50251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2484" y="7340703"/>
            <a:ext cx="2429947" cy="4216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8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5E4E01-6AF7-9B4E-B0DD-D0892A54FB24}" type="datetimeFigureOut">
              <a:rPr kumimoji="1" lang="ja-JP" altLang="en-US" smtClean="0"/>
              <a:t>2026/1/26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77422" y="7340703"/>
            <a:ext cx="3644920" cy="4216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8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7332" y="7340703"/>
            <a:ext cx="2429947" cy="4216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8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B30C1D-F9D7-A84C-89BF-56CE5A64D64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78208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1056041" rtl="0" eaLnBrk="1" latinLnBrk="0" hangingPunct="1">
        <a:lnSpc>
          <a:spcPct val="90000"/>
        </a:lnSpc>
        <a:spcBef>
          <a:spcPct val="0"/>
        </a:spcBef>
        <a:buNone/>
        <a:defRPr kumimoji="1" sz="508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4010" indent="-264010" algn="l" defTabSz="1056041" rtl="0" eaLnBrk="1" latinLnBrk="0" hangingPunct="1">
        <a:lnSpc>
          <a:spcPct val="90000"/>
        </a:lnSpc>
        <a:spcBef>
          <a:spcPts val="1155"/>
        </a:spcBef>
        <a:buFont typeface="Arial" panose="020B0604020202020204" pitchFamily="34" charset="0"/>
        <a:buChar char="•"/>
        <a:defRPr kumimoji="1" sz="3234" kern="1200">
          <a:solidFill>
            <a:schemeClr val="tx1"/>
          </a:solidFill>
          <a:latin typeface="+mn-lt"/>
          <a:ea typeface="+mn-ea"/>
          <a:cs typeface="+mn-cs"/>
        </a:defRPr>
      </a:lvl1pPr>
      <a:lvl2pPr marL="792030" indent="-264010" algn="l" defTabSz="1056041" rtl="0" eaLnBrk="1" latinLnBrk="0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kumimoji="1" sz="2772" kern="1200">
          <a:solidFill>
            <a:schemeClr val="tx1"/>
          </a:solidFill>
          <a:latin typeface="+mn-lt"/>
          <a:ea typeface="+mn-ea"/>
          <a:cs typeface="+mn-cs"/>
        </a:defRPr>
      </a:lvl2pPr>
      <a:lvl3pPr marL="1320051" indent="-264010" algn="l" defTabSz="1056041" rtl="0" eaLnBrk="1" latinLnBrk="0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kumimoji="1" sz="2310" kern="1200">
          <a:solidFill>
            <a:schemeClr val="tx1"/>
          </a:solidFill>
          <a:latin typeface="+mn-lt"/>
          <a:ea typeface="+mn-ea"/>
          <a:cs typeface="+mn-cs"/>
        </a:defRPr>
      </a:lvl3pPr>
      <a:lvl4pPr marL="1848071" indent="-264010" algn="l" defTabSz="1056041" rtl="0" eaLnBrk="1" latinLnBrk="0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kumimoji="1" sz="2079" kern="1200">
          <a:solidFill>
            <a:schemeClr val="tx1"/>
          </a:solidFill>
          <a:latin typeface="+mn-lt"/>
          <a:ea typeface="+mn-ea"/>
          <a:cs typeface="+mn-cs"/>
        </a:defRPr>
      </a:lvl4pPr>
      <a:lvl5pPr marL="2376091" indent="-264010" algn="l" defTabSz="1056041" rtl="0" eaLnBrk="1" latinLnBrk="0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kumimoji="1" sz="2079" kern="1200">
          <a:solidFill>
            <a:schemeClr val="tx1"/>
          </a:solidFill>
          <a:latin typeface="+mn-lt"/>
          <a:ea typeface="+mn-ea"/>
          <a:cs typeface="+mn-cs"/>
        </a:defRPr>
      </a:lvl5pPr>
      <a:lvl6pPr marL="2904112" indent="-264010" algn="l" defTabSz="1056041" rtl="0" eaLnBrk="1" latinLnBrk="0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kumimoji="1" sz="2079" kern="1200">
          <a:solidFill>
            <a:schemeClr val="tx1"/>
          </a:solidFill>
          <a:latin typeface="+mn-lt"/>
          <a:ea typeface="+mn-ea"/>
          <a:cs typeface="+mn-cs"/>
        </a:defRPr>
      </a:lvl6pPr>
      <a:lvl7pPr marL="3432132" indent="-264010" algn="l" defTabSz="1056041" rtl="0" eaLnBrk="1" latinLnBrk="0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kumimoji="1" sz="2079" kern="1200">
          <a:solidFill>
            <a:schemeClr val="tx1"/>
          </a:solidFill>
          <a:latin typeface="+mn-lt"/>
          <a:ea typeface="+mn-ea"/>
          <a:cs typeface="+mn-cs"/>
        </a:defRPr>
      </a:lvl7pPr>
      <a:lvl8pPr marL="3960152" indent="-264010" algn="l" defTabSz="1056041" rtl="0" eaLnBrk="1" latinLnBrk="0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kumimoji="1" sz="2079" kern="1200">
          <a:solidFill>
            <a:schemeClr val="tx1"/>
          </a:solidFill>
          <a:latin typeface="+mn-lt"/>
          <a:ea typeface="+mn-ea"/>
          <a:cs typeface="+mn-cs"/>
        </a:defRPr>
      </a:lvl8pPr>
      <a:lvl9pPr marL="4488172" indent="-264010" algn="l" defTabSz="1056041" rtl="0" eaLnBrk="1" latinLnBrk="0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kumimoji="1" sz="207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56041" rtl="0" eaLnBrk="1" latinLnBrk="0" hangingPunct="1">
        <a:defRPr kumimoji="1" sz="2079" kern="1200">
          <a:solidFill>
            <a:schemeClr val="tx1"/>
          </a:solidFill>
          <a:latin typeface="+mn-lt"/>
          <a:ea typeface="+mn-ea"/>
          <a:cs typeface="+mn-cs"/>
        </a:defRPr>
      </a:lvl1pPr>
      <a:lvl2pPr marL="528020" algn="l" defTabSz="1056041" rtl="0" eaLnBrk="1" latinLnBrk="0" hangingPunct="1">
        <a:defRPr kumimoji="1" sz="2079" kern="1200">
          <a:solidFill>
            <a:schemeClr val="tx1"/>
          </a:solidFill>
          <a:latin typeface="+mn-lt"/>
          <a:ea typeface="+mn-ea"/>
          <a:cs typeface="+mn-cs"/>
        </a:defRPr>
      </a:lvl2pPr>
      <a:lvl3pPr marL="1056041" algn="l" defTabSz="1056041" rtl="0" eaLnBrk="1" latinLnBrk="0" hangingPunct="1">
        <a:defRPr kumimoji="1" sz="2079" kern="1200">
          <a:solidFill>
            <a:schemeClr val="tx1"/>
          </a:solidFill>
          <a:latin typeface="+mn-lt"/>
          <a:ea typeface="+mn-ea"/>
          <a:cs typeface="+mn-cs"/>
        </a:defRPr>
      </a:lvl3pPr>
      <a:lvl4pPr marL="1584061" algn="l" defTabSz="1056041" rtl="0" eaLnBrk="1" latinLnBrk="0" hangingPunct="1">
        <a:defRPr kumimoji="1" sz="2079" kern="1200">
          <a:solidFill>
            <a:schemeClr val="tx1"/>
          </a:solidFill>
          <a:latin typeface="+mn-lt"/>
          <a:ea typeface="+mn-ea"/>
          <a:cs typeface="+mn-cs"/>
        </a:defRPr>
      </a:lvl4pPr>
      <a:lvl5pPr marL="2112081" algn="l" defTabSz="1056041" rtl="0" eaLnBrk="1" latinLnBrk="0" hangingPunct="1">
        <a:defRPr kumimoji="1" sz="2079" kern="1200">
          <a:solidFill>
            <a:schemeClr val="tx1"/>
          </a:solidFill>
          <a:latin typeface="+mn-lt"/>
          <a:ea typeface="+mn-ea"/>
          <a:cs typeface="+mn-cs"/>
        </a:defRPr>
      </a:lvl5pPr>
      <a:lvl6pPr marL="2640101" algn="l" defTabSz="1056041" rtl="0" eaLnBrk="1" latinLnBrk="0" hangingPunct="1">
        <a:defRPr kumimoji="1" sz="2079" kern="1200">
          <a:solidFill>
            <a:schemeClr val="tx1"/>
          </a:solidFill>
          <a:latin typeface="+mn-lt"/>
          <a:ea typeface="+mn-ea"/>
          <a:cs typeface="+mn-cs"/>
        </a:defRPr>
      </a:lvl6pPr>
      <a:lvl7pPr marL="3168122" algn="l" defTabSz="1056041" rtl="0" eaLnBrk="1" latinLnBrk="0" hangingPunct="1">
        <a:defRPr kumimoji="1" sz="2079" kern="1200">
          <a:solidFill>
            <a:schemeClr val="tx1"/>
          </a:solidFill>
          <a:latin typeface="+mn-lt"/>
          <a:ea typeface="+mn-ea"/>
          <a:cs typeface="+mn-cs"/>
        </a:defRPr>
      </a:lvl7pPr>
      <a:lvl8pPr marL="3696142" algn="l" defTabSz="1056041" rtl="0" eaLnBrk="1" latinLnBrk="0" hangingPunct="1">
        <a:defRPr kumimoji="1" sz="2079" kern="1200">
          <a:solidFill>
            <a:schemeClr val="tx1"/>
          </a:solidFill>
          <a:latin typeface="+mn-lt"/>
          <a:ea typeface="+mn-ea"/>
          <a:cs typeface="+mn-cs"/>
        </a:defRPr>
      </a:lvl8pPr>
      <a:lvl9pPr marL="4224162" algn="l" defTabSz="1056041" rtl="0" eaLnBrk="1" latinLnBrk="0" hangingPunct="1">
        <a:defRPr kumimoji="1" sz="207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1.jpg"/><Relationship Id="rId7" Type="http://schemas.openxmlformats.org/officeDocument/2006/relationships/image" Target="../media/image5.jpg"/><Relationship Id="rId12" Type="http://schemas.openxmlformats.org/officeDocument/2006/relationships/image" Target="../media/image10.jp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jpg"/><Relationship Id="rId5" Type="http://schemas.openxmlformats.org/officeDocument/2006/relationships/image" Target="../media/image3.jpg"/><Relationship Id="rId15" Type="http://schemas.openxmlformats.org/officeDocument/2006/relationships/image" Target="../media/image13.png"/><Relationship Id="rId10" Type="http://schemas.openxmlformats.org/officeDocument/2006/relationships/image" Target="../media/image8.jpg"/><Relationship Id="rId19" Type="http://schemas.openxmlformats.org/officeDocument/2006/relationships/image" Target="../media/image17.png"/><Relationship Id="rId4" Type="http://schemas.openxmlformats.org/officeDocument/2006/relationships/image" Target="../media/image2.jpg"/><Relationship Id="rId9" Type="http://schemas.openxmlformats.org/officeDocument/2006/relationships/image" Target="../media/image7.jp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角丸四角形 100">
            <a:extLst>
              <a:ext uri="{FF2B5EF4-FFF2-40B4-BE49-F238E27FC236}">
                <a16:creationId xmlns:a16="http://schemas.microsoft.com/office/drawing/2014/main" id="{B41C34A5-D9ED-659A-BB98-A7BDBFE33FFA}"/>
              </a:ext>
            </a:extLst>
          </p:cNvPr>
          <p:cNvSpPr/>
          <p:nvPr/>
        </p:nvSpPr>
        <p:spPr>
          <a:xfrm>
            <a:off x="745398" y="3960019"/>
            <a:ext cx="9938957" cy="3565062"/>
          </a:xfrm>
          <a:prstGeom prst="roundRect">
            <a:avLst>
              <a:gd name="adj" fmla="val 3757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9" name="角丸四角形 98">
            <a:extLst>
              <a:ext uri="{FF2B5EF4-FFF2-40B4-BE49-F238E27FC236}">
                <a16:creationId xmlns:a16="http://schemas.microsoft.com/office/drawing/2014/main" id="{7263635E-AA7A-5B4C-347F-3D87ECD881D8}"/>
              </a:ext>
            </a:extLst>
          </p:cNvPr>
          <p:cNvSpPr/>
          <p:nvPr/>
        </p:nvSpPr>
        <p:spPr>
          <a:xfrm>
            <a:off x="745396" y="190124"/>
            <a:ext cx="9938957" cy="3565062"/>
          </a:xfrm>
          <a:prstGeom prst="roundRect">
            <a:avLst>
              <a:gd name="adj" fmla="val 3757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角丸四角形 4">
            <a:extLst>
              <a:ext uri="{FF2B5EF4-FFF2-40B4-BE49-F238E27FC236}">
                <a16:creationId xmlns:a16="http://schemas.microsoft.com/office/drawing/2014/main" id="{4E95A533-7BA7-68C1-AE7C-0E5214A9900C}"/>
              </a:ext>
            </a:extLst>
          </p:cNvPr>
          <p:cNvSpPr/>
          <p:nvPr/>
        </p:nvSpPr>
        <p:spPr>
          <a:xfrm>
            <a:off x="1236524" y="671085"/>
            <a:ext cx="1504207" cy="2895600"/>
          </a:xfrm>
          <a:prstGeom prst="roundRect">
            <a:avLst>
              <a:gd name="adj" fmla="val 4167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968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CA6AA673-3503-474C-8308-1E9D3F68F5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1307" y="589541"/>
            <a:ext cx="1654628" cy="486247"/>
          </a:xfrm>
        </p:spPr>
        <p:txBody>
          <a:bodyPr>
            <a:normAutofit/>
          </a:bodyPr>
          <a:lstStyle/>
          <a:p>
            <a:r>
              <a:rPr lang="en-US" altLang="ja-JP" sz="1800" dirty="0">
                <a:latin typeface="Constantia" panose="02030602050306030303" pitchFamily="18" charset="0"/>
                <a:cs typeface="Centaur Now Text" pitchFamily="2" charset="0"/>
              </a:rPr>
              <a:t>Input</a:t>
            </a:r>
            <a:endParaRPr lang="ja-JP" altLang="en-US" sz="1800">
              <a:latin typeface="Constantia" panose="02030602050306030303" pitchFamily="18" charset="0"/>
              <a:cs typeface="Centaur Now Text" pitchFamily="2" charset="0"/>
            </a:endParaRPr>
          </a:p>
        </p:txBody>
      </p:sp>
      <p:pic>
        <p:nvPicPr>
          <p:cNvPr id="7" name="図 6" descr="道路を走る車&#10;&#10;AI 生成コンテンツは誤りを含む可能性があります。">
            <a:extLst>
              <a:ext uri="{FF2B5EF4-FFF2-40B4-BE49-F238E27FC236}">
                <a16:creationId xmlns:a16="http://schemas.microsoft.com/office/drawing/2014/main" id="{12E79D5B-6148-D454-1441-F22E6C3F92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1325" y="1157332"/>
            <a:ext cx="1034609" cy="581968"/>
          </a:xfrm>
          <a:prstGeom prst="rect">
            <a:avLst/>
          </a:prstGeom>
        </p:spPr>
      </p:pic>
      <p:pic>
        <p:nvPicPr>
          <p:cNvPr id="9" name="図 8" descr="シーン, 屋外, 道路, 跡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E3DE2DEF-8796-89F8-68EE-1A991120E5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1325" y="1827901"/>
            <a:ext cx="1034609" cy="581968"/>
          </a:xfrm>
          <a:prstGeom prst="rect">
            <a:avLst/>
          </a:prstGeom>
        </p:spPr>
      </p:pic>
      <p:pic>
        <p:nvPicPr>
          <p:cNvPr id="11" name="図 10" descr="橋の下の道路&#10;&#10;AI 生成コンテンツは誤りを含む可能性があります。">
            <a:extLst>
              <a:ext uri="{FF2B5EF4-FFF2-40B4-BE49-F238E27FC236}">
                <a16:creationId xmlns:a16="http://schemas.microsoft.com/office/drawing/2014/main" id="{F6EB0E34-5FD9-6414-585C-D785636E58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71327" y="2728653"/>
            <a:ext cx="1034609" cy="581968"/>
          </a:xfrm>
          <a:prstGeom prst="rect">
            <a:avLst/>
          </a:prstGeom>
        </p:spPr>
      </p:pic>
      <p:sp>
        <p:nvSpPr>
          <p:cNvPr id="12" name="タイトル 1">
            <a:extLst>
              <a:ext uri="{FF2B5EF4-FFF2-40B4-BE49-F238E27FC236}">
                <a16:creationId xmlns:a16="http://schemas.microsoft.com/office/drawing/2014/main" id="{6CA1A05E-6FE8-E713-38F2-C4E9FE584026}"/>
              </a:ext>
            </a:extLst>
          </p:cNvPr>
          <p:cNvSpPr txBox="1">
            <a:spLocks/>
          </p:cNvSpPr>
          <p:nvPr/>
        </p:nvSpPr>
        <p:spPr>
          <a:xfrm>
            <a:off x="1725024" y="2233586"/>
            <a:ext cx="527215" cy="44204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4320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283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sz="2000" dirty="0">
                <a:latin typeface="GungSeo" pitchFamily="2" charset="-127"/>
              </a:rPr>
              <a:t>…</a:t>
            </a:r>
            <a:endParaRPr lang="ja-JP" altLang="en-US" sz="2000">
              <a:latin typeface="GungSeo" pitchFamily="2" charset="-127"/>
            </a:endParaRPr>
          </a:p>
        </p:txBody>
      </p:sp>
      <p:sp>
        <p:nvSpPr>
          <p:cNvPr id="13" name="角丸四角形 12">
            <a:extLst>
              <a:ext uri="{FF2B5EF4-FFF2-40B4-BE49-F238E27FC236}">
                <a16:creationId xmlns:a16="http://schemas.microsoft.com/office/drawing/2014/main" id="{A0D4984D-FD73-061B-4D80-B26BB174CCCB}"/>
              </a:ext>
            </a:extLst>
          </p:cNvPr>
          <p:cNvSpPr/>
          <p:nvPr/>
        </p:nvSpPr>
        <p:spPr>
          <a:xfrm>
            <a:off x="2948622" y="671085"/>
            <a:ext cx="1504207" cy="2895600"/>
          </a:xfrm>
          <a:prstGeom prst="roundRect">
            <a:avLst>
              <a:gd name="adj" fmla="val 4167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968"/>
          </a:p>
        </p:txBody>
      </p:sp>
      <p:sp>
        <p:nvSpPr>
          <p:cNvPr id="14" name="タイトル 1">
            <a:extLst>
              <a:ext uri="{FF2B5EF4-FFF2-40B4-BE49-F238E27FC236}">
                <a16:creationId xmlns:a16="http://schemas.microsoft.com/office/drawing/2014/main" id="{06437BC2-EA03-D83C-199A-620EF2DEA621}"/>
              </a:ext>
            </a:extLst>
          </p:cNvPr>
          <p:cNvSpPr txBox="1">
            <a:spLocks/>
          </p:cNvSpPr>
          <p:nvPr/>
        </p:nvSpPr>
        <p:spPr>
          <a:xfrm>
            <a:off x="2873405" y="589541"/>
            <a:ext cx="1654628" cy="48624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4320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283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sz="1800" dirty="0">
                <a:latin typeface="Constantia" panose="02030602050306030303" pitchFamily="18" charset="0"/>
                <a:cs typeface="Centaur Now Text" pitchFamily="2" charset="0"/>
              </a:rPr>
              <a:t>Segmentation</a:t>
            </a:r>
            <a:endParaRPr lang="ja-JP" altLang="en-US" sz="1800">
              <a:latin typeface="Constantia" panose="02030602050306030303" pitchFamily="18" charset="0"/>
              <a:cs typeface="Centaur Now Text" pitchFamily="2" charset="0"/>
            </a:endParaRPr>
          </a:p>
        </p:txBody>
      </p:sp>
      <p:sp>
        <p:nvSpPr>
          <p:cNvPr id="15" name="右矢印 14">
            <a:extLst>
              <a:ext uri="{FF2B5EF4-FFF2-40B4-BE49-F238E27FC236}">
                <a16:creationId xmlns:a16="http://schemas.microsoft.com/office/drawing/2014/main" id="{58A0DBC2-A077-F827-5B2E-1434AE1A930E}"/>
              </a:ext>
            </a:extLst>
          </p:cNvPr>
          <p:cNvSpPr/>
          <p:nvPr/>
        </p:nvSpPr>
        <p:spPr>
          <a:xfrm>
            <a:off x="2747899" y="2042551"/>
            <a:ext cx="193559" cy="152668"/>
          </a:xfrm>
          <a:prstGeom prst="rightArrow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968"/>
          </a:p>
        </p:txBody>
      </p:sp>
      <p:sp>
        <p:nvSpPr>
          <p:cNvPr id="25" name="角丸四角形 24">
            <a:extLst>
              <a:ext uri="{FF2B5EF4-FFF2-40B4-BE49-F238E27FC236}">
                <a16:creationId xmlns:a16="http://schemas.microsoft.com/office/drawing/2014/main" id="{481C30D1-6EF5-EFC8-C74A-0791560DA3E5}"/>
              </a:ext>
            </a:extLst>
          </p:cNvPr>
          <p:cNvSpPr/>
          <p:nvPr/>
        </p:nvSpPr>
        <p:spPr>
          <a:xfrm>
            <a:off x="4652997" y="676374"/>
            <a:ext cx="3701323" cy="2895599"/>
          </a:xfrm>
          <a:prstGeom prst="roundRect">
            <a:avLst>
              <a:gd name="adj" fmla="val 2141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968"/>
          </a:p>
        </p:txBody>
      </p:sp>
      <p:sp>
        <p:nvSpPr>
          <p:cNvPr id="26" name="タイトル 1">
            <a:extLst>
              <a:ext uri="{FF2B5EF4-FFF2-40B4-BE49-F238E27FC236}">
                <a16:creationId xmlns:a16="http://schemas.microsoft.com/office/drawing/2014/main" id="{59D79E2E-9BC3-0DE1-C1B2-853CA23B1DD8}"/>
              </a:ext>
            </a:extLst>
          </p:cNvPr>
          <p:cNvSpPr txBox="1">
            <a:spLocks/>
          </p:cNvSpPr>
          <p:nvPr/>
        </p:nvSpPr>
        <p:spPr>
          <a:xfrm>
            <a:off x="4735555" y="588111"/>
            <a:ext cx="3546843" cy="48624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4320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283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sz="1800" dirty="0" err="1">
                <a:latin typeface="Constantia" panose="02030602050306030303" pitchFamily="18" charset="0"/>
                <a:cs typeface="Centaur Now Text" pitchFamily="2" charset="0"/>
              </a:rPr>
              <a:t>DroneSplat</a:t>
            </a:r>
            <a:r>
              <a:rPr lang="en-US" altLang="ja-JP" sz="1800" dirty="0">
                <a:latin typeface="Constantia" panose="02030602050306030303" pitchFamily="18" charset="0"/>
                <a:cs typeface="Centaur Now Text" pitchFamily="2" charset="0"/>
              </a:rPr>
              <a:t>[7]</a:t>
            </a:r>
            <a:endParaRPr lang="ja-JP" altLang="en-US" sz="1800">
              <a:latin typeface="Constantia" panose="02030602050306030303" pitchFamily="18" charset="0"/>
              <a:cs typeface="Centaur Now Text" pitchFamily="2" charset="0"/>
            </a:endParaRPr>
          </a:p>
        </p:txBody>
      </p:sp>
      <p:sp>
        <p:nvSpPr>
          <p:cNvPr id="27" name="右矢印 26">
            <a:extLst>
              <a:ext uri="{FF2B5EF4-FFF2-40B4-BE49-F238E27FC236}">
                <a16:creationId xmlns:a16="http://schemas.microsoft.com/office/drawing/2014/main" id="{C58FB5AA-97CF-5AF7-3C68-F3005A52C839}"/>
              </a:ext>
            </a:extLst>
          </p:cNvPr>
          <p:cNvSpPr/>
          <p:nvPr/>
        </p:nvSpPr>
        <p:spPr>
          <a:xfrm>
            <a:off x="4460664" y="2054142"/>
            <a:ext cx="193559" cy="152668"/>
          </a:xfrm>
          <a:prstGeom prst="rightArrow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968"/>
          </a:p>
        </p:txBody>
      </p:sp>
      <p:pic>
        <p:nvPicPr>
          <p:cNvPr id="31" name="図 30" descr="アプリケーション, アイコン&#10;&#10;AI 生成コンテンツは誤りを含む可能性があります。">
            <a:extLst>
              <a:ext uri="{FF2B5EF4-FFF2-40B4-BE49-F238E27FC236}">
                <a16:creationId xmlns:a16="http://schemas.microsoft.com/office/drawing/2014/main" id="{ECEA5BCE-4048-F597-1BF7-D82284B58F5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186" y="3061448"/>
            <a:ext cx="486247" cy="486247"/>
          </a:xfrm>
          <a:prstGeom prst="rect">
            <a:avLst/>
          </a:prstGeom>
        </p:spPr>
      </p:pic>
      <p:sp>
        <p:nvSpPr>
          <p:cNvPr id="32" name="角丸四角形 31">
            <a:extLst>
              <a:ext uri="{FF2B5EF4-FFF2-40B4-BE49-F238E27FC236}">
                <a16:creationId xmlns:a16="http://schemas.microsoft.com/office/drawing/2014/main" id="{9EF602BC-0B3E-33CF-A03C-F331FF9CFC5D}"/>
              </a:ext>
            </a:extLst>
          </p:cNvPr>
          <p:cNvSpPr/>
          <p:nvPr/>
        </p:nvSpPr>
        <p:spPr>
          <a:xfrm>
            <a:off x="27244" y="3604217"/>
            <a:ext cx="1682513" cy="621306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968"/>
          </a:p>
        </p:txBody>
      </p:sp>
      <p:sp>
        <p:nvSpPr>
          <p:cNvPr id="21" name="タイトル 1">
            <a:extLst>
              <a:ext uri="{FF2B5EF4-FFF2-40B4-BE49-F238E27FC236}">
                <a16:creationId xmlns:a16="http://schemas.microsoft.com/office/drawing/2014/main" id="{F2A77B07-E68F-6097-259F-62F744B618A4}"/>
              </a:ext>
            </a:extLst>
          </p:cNvPr>
          <p:cNvSpPr txBox="1">
            <a:spLocks/>
          </p:cNvSpPr>
          <p:nvPr/>
        </p:nvSpPr>
        <p:spPr>
          <a:xfrm>
            <a:off x="115414" y="3556014"/>
            <a:ext cx="1481396" cy="61199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b">
            <a:normAutofit/>
          </a:bodyPr>
          <a:lstStyle>
            <a:lvl1pPr algn="ctr" defTabSz="4320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283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" altLang="ja-JP" sz="1400" i="1" dirty="0">
                <a:solidFill>
                  <a:schemeClr val="bg1"/>
                </a:solidFill>
                <a:latin typeface="Constantia" panose="02030602050306030303" pitchFamily="18" charset="0"/>
                <a:ea typeface="GungSeo" pitchFamily="2" charset="-127"/>
                <a:cs typeface="Centaur Now Text" pitchFamily="2" charset="0"/>
              </a:rPr>
              <a:t>Which segment contains the </a:t>
            </a:r>
            <a:r>
              <a:rPr lang="en" altLang="ja-JP" sz="1400" i="1" u="sng" dirty="0">
                <a:solidFill>
                  <a:schemeClr val="bg1"/>
                </a:solidFill>
                <a:latin typeface="Constantia" panose="02030602050306030303" pitchFamily="18" charset="0"/>
                <a:ea typeface="GungSeo" pitchFamily="2" charset="-127"/>
                <a:cs typeface="Centaur Now Text" pitchFamily="2" charset="0"/>
              </a:rPr>
              <a:t>car</a:t>
            </a:r>
            <a:r>
              <a:rPr lang="en" altLang="ja-JP" sz="1400" i="1" dirty="0">
                <a:solidFill>
                  <a:schemeClr val="bg1"/>
                </a:solidFill>
                <a:latin typeface="Constantia" panose="02030602050306030303" pitchFamily="18" charset="0"/>
                <a:ea typeface="GungSeo" pitchFamily="2" charset="-127"/>
                <a:cs typeface="Centaur Now Text" pitchFamily="2" charset="0"/>
              </a:rPr>
              <a:t>?</a:t>
            </a:r>
            <a:endParaRPr lang="ja-JP" altLang="en-US" sz="1400" i="1">
              <a:solidFill>
                <a:schemeClr val="bg1"/>
              </a:solidFill>
              <a:latin typeface="Constantia" panose="02030602050306030303" pitchFamily="18" charset="0"/>
              <a:cs typeface="Centaur Now Text" pitchFamily="2" charset="0"/>
            </a:endParaRPr>
          </a:p>
        </p:txBody>
      </p:sp>
      <p:sp>
        <p:nvSpPr>
          <p:cNvPr id="33" name="三角形 32">
            <a:extLst>
              <a:ext uri="{FF2B5EF4-FFF2-40B4-BE49-F238E27FC236}">
                <a16:creationId xmlns:a16="http://schemas.microsoft.com/office/drawing/2014/main" id="{C600B8A8-8509-3CC7-5B79-B7FFE36D879E}"/>
              </a:ext>
            </a:extLst>
          </p:cNvPr>
          <p:cNvSpPr/>
          <p:nvPr/>
        </p:nvSpPr>
        <p:spPr>
          <a:xfrm rot="5400000">
            <a:off x="1703491" y="3867556"/>
            <a:ext cx="80464" cy="69366"/>
          </a:xfrm>
          <a:prstGeom prst="triangl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968"/>
          </a:p>
        </p:txBody>
      </p:sp>
      <p:pic>
        <p:nvPicPr>
          <p:cNvPr id="35" name="図 34" descr="部屋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D2927255-BA1A-E600-457A-6126AA553EF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89279" y="1159157"/>
            <a:ext cx="1028643" cy="578333"/>
          </a:xfrm>
          <a:prstGeom prst="rect">
            <a:avLst/>
          </a:prstGeom>
        </p:spPr>
      </p:pic>
      <p:pic>
        <p:nvPicPr>
          <p:cNvPr id="37" name="図 36" descr="文房具, 部屋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1AFA39EE-4719-E1E5-22AE-11B0DD53FCB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89270" y="1831543"/>
            <a:ext cx="1028644" cy="578333"/>
          </a:xfrm>
          <a:prstGeom prst="rect">
            <a:avLst/>
          </a:prstGeom>
        </p:spPr>
      </p:pic>
      <p:pic>
        <p:nvPicPr>
          <p:cNvPr id="39" name="図 38" descr="図形&#10;&#10;AI 生成コンテンツは誤りを含む可能性があります。">
            <a:extLst>
              <a:ext uri="{FF2B5EF4-FFF2-40B4-BE49-F238E27FC236}">
                <a16:creationId xmlns:a16="http://schemas.microsoft.com/office/drawing/2014/main" id="{F948A4C7-B746-B16C-7FB4-FC380070318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89270" y="2726658"/>
            <a:ext cx="1028644" cy="578333"/>
          </a:xfrm>
          <a:prstGeom prst="rect">
            <a:avLst/>
          </a:prstGeom>
        </p:spPr>
      </p:pic>
      <p:sp>
        <p:nvSpPr>
          <p:cNvPr id="40" name="タイトル 1">
            <a:extLst>
              <a:ext uri="{FF2B5EF4-FFF2-40B4-BE49-F238E27FC236}">
                <a16:creationId xmlns:a16="http://schemas.microsoft.com/office/drawing/2014/main" id="{627D509B-B577-092F-8F6D-96E104D10CED}"/>
              </a:ext>
            </a:extLst>
          </p:cNvPr>
          <p:cNvSpPr txBox="1">
            <a:spLocks/>
          </p:cNvSpPr>
          <p:nvPr/>
        </p:nvSpPr>
        <p:spPr>
          <a:xfrm>
            <a:off x="3437121" y="2233586"/>
            <a:ext cx="527215" cy="44204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4320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283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sz="2000" dirty="0">
                <a:latin typeface="GungSeo" pitchFamily="2" charset="-127"/>
              </a:rPr>
              <a:t>…</a:t>
            </a:r>
            <a:endParaRPr lang="ja-JP" altLang="en-US" sz="2000">
              <a:latin typeface="GungSeo" pitchFamily="2" charset="-127"/>
            </a:endParaRPr>
          </a:p>
        </p:txBody>
      </p:sp>
      <p:sp>
        <p:nvSpPr>
          <p:cNvPr id="43" name="タイトル 1">
            <a:extLst>
              <a:ext uri="{FF2B5EF4-FFF2-40B4-BE49-F238E27FC236}">
                <a16:creationId xmlns:a16="http://schemas.microsoft.com/office/drawing/2014/main" id="{2866CB88-8E49-A733-B48B-D0DCB7ACA2E3}"/>
              </a:ext>
            </a:extLst>
          </p:cNvPr>
          <p:cNvSpPr txBox="1">
            <a:spLocks/>
          </p:cNvSpPr>
          <p:nvPr/>
        </p:nvSpPr>
        <p:spPr>
          <a:xfrm>
            <a:off x="76674" y="3422207"/>
            <a:ext cx="580547" cy="22211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4320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283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sz="900" dirty="0">
                <a:latin typeface="Constantia" panose="02030602050306030303" pitchFamily="18" charset="0"/>
                <a:cs typeface="Centaur Now Text" pitchFamily="2" charset="0"/>
              </a:rPr>
              <a:t>User</a:t>
            </a:r>
            <a:endParaRPr lang="ja-JP" altLang="en-US" sz="900">
              <a:latin typeface="Constantia" panose="02030602050306030303" pitchFamily="18" charset="0"/>
              <a:cs typeface="Centaur Now Text" pitchFamily="2" charset="0"/>
            </a:endParaRPr>
          </a:p>
        </p:txBody>
      </p:sp>
      <p:sp>
        <p:nvSpPr>
          <p:cNvPr id="53" name="角丸四角形 52">
            <a:extLst>
              <a:ext uri="{FF2B5EF4-FFF2-40B4-BE49-F238E27FC236}">
                <a16:creationId xmlns:a16="http://schemas.microsoft.com/office/drawing/2014/main" id="{58B8258C-8999-2FC5-4B6C-69F800B849B7}"/>
              </a:ext>
            </a:extLst>
          </p:cNvPr>
          <p:cNvSpPr/>
          <p:nvPr/>
        </p:nvSpPr>
        <p:spPr>
          <a:xfrm>
            <a:off x="4802528" y="1136625"/>
            <a:ext cx="3424446" cy="1058596"/>
          </a:xfrm>
          <a:prstGeom prst="roundRect">
            <a:avLst>
              <a:gd name="adj" fmla="val 6876"/>
            </a:avLst>
          </a:prstGeom>
          <a:solidFill>
            <a:schemeClr val="bg1"/>
          </a:solidFill>
          <a:ln w="952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968"/>
          </a:p>
        </p:txBody>
      </p:sp>
      <p:pic>
        <p:nvPicPr>
          <p:cNvPr id="52" name="図 51" descr="道路を走る車&#10;&#10;AI 生成コンテンツは誤りを含む可能性があります。">
            <a:extLst>
              <a:ext uri="{FF2B5EF4-FFF2-40B4-BE49-F238E27FC236}">
                <a16:creationId xmlns:a16="http://schemas.microsoft.com/office/drawing/2014/main" id="{073D5684-5DF9-2E7D-BD93-F3DA57E98BA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84045" y="1440966"/>
            <a:ext cx="1023346" cy="575632"/>
          </a:xfrm>
          <a:prstGeom prst="rect">
            <a:avLst/>
          </a:prstGeom>
        </p:spPr>
      </p:pic>
      <p:pic>
        <p:nvPicPr>
          <p:cNvPr id="51" name="図 50" descr="道路を走る車&#10;&#10;AI 生成コンテンツは誤りを含む可能性があります。">
            <a:extLst>
              <a:ext uri="{FF2B5EF4-FFF2-40B4-BE49-F238E27FC236}">
                <a16:creationId xmlns:a16="http://schemas.microsoft.com/office/drawing/2014/main" id="{AB44C49E-61AB-E8B1-FE7B-11A55F5B547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96628" y="1440966"/>
            <a:ext cx="1023346" cy="575632"/>
          </a:xfrm>
          <a:prstGeom prst="rect">
            <a:avLst/>
          </a:prstGeom>
        </p:spPr>
      </p:pic>
      <p:sp>
        <p:nvSpPr>
          <p:cNvPr id="54" name="右矢印 53">
            <a:extLst>
              <a:ext uri="{FF2B5EF4-FFF2-40B4-BE49-F238E27FC236}">
                <a16:creationId xmlns:a16="http://schemas.microsoft.com/office/drawing/2014/main" id="{14270CF7-C6E6-CBA1-3129-5F975FF5AE54}"/>
              </a:ext>
            </a:extLst>
          </p:cNvPr>
          <p:cNvSpPr/>
          <p:nvPr/>
        </p:nvSpPr>
        <p:spPr>
          <a:xfrm>
            <a:off x="6231109" y="1671721"/>
            <a:ext cx="612360" cy="152668"/>
          </a:xfrm>
          <a:prstGeom prst="rightArrow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968"/>
          </a:p>
        </p:txBody>
      </p:sp>
      <p:sp>
        <p:nvSpPr>
          <p:cNvPr id="55" name="タイトル 1">
            <a:extLst>
              <a:ext uri="{FF2B5EF4-FFF2-40B4-BE49-F238E27FC236}">
                <a16:creationId xmlns:a16="http://schemas.microsoft.com/office/drawing/2014/main" id="{825C0E46-85CB-CF54-A618-D6D09DE81860}"/>
              </a:ext>
            </a:extLst>
          </p:cNvPr>
          <p:cNvSpPr txBox="1">
            <a:spLocks/>
          </p:cNvSpPr>
          <p:nvPr/>
        </p:nvSpPr>
        <p:spPr>
          <a:xfrm>
            <a:off x="5496712" y="1202584"/>
            <a:ext cx="2081368" cy="23082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b">
            <a:normAutofit fontScale="92500"/>
          </a:bodyPr>
          <a:lstStyle>
            <a:lvl1pPr algn="ctr" defTabSz="4320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283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" altLang="ja-JP" sz="1050" dirty="0">
                <a:latin typeface="Constantia" panose="02030602050306030303" pitchFamily="18" charset="0"/>
                <a:ea typeface="GungSeo" pitchFamily="2" charset="-127"/>
              </a:rPr>
              <a:t>Adaptive</a:t>
            </a:r>
            <a:r>
              <a:rPr lang="en-US" altLang="ja-JP" sz="1050" dirty="0">
                <a:latin typeface="Constantia" panose="02030602050306030303" pitchFamily="18" charset="0"/>
                <a:ea typeface="GungSeo" pitchFamily="2" charset="-127"/>
              </a:rPr>
              <a:t> </a:t>
            </a:r>
            <a:r>
              <a:rPr lang="en" altLang="ja-JP" sz="1050" dirty="0">
                <a:latin typeface="Constantia" panose="02030602050306030303" pitchFamily="18" charset="0"/>
                <a:ea typeface="GungSeo" pitchFamily="2" charset="-127"/>
              </a:rPr>
              <a:t>dynamic-object masking</a:t>
            </a:r>
            <a:endParaRPr lang="ja-JP" altLang="en-US" sz="1050">
              <a:latin typeface="Constantia" panose="02030602050306030303" pitchFamily="18" charset="0"/>
            </a:endParaRPr>
          </a:p>
        </p:txBody>
      </p:sp>
      <p:sp>
        <p:nvSpPr>
          <p:cNvPr id="56" name="右矢印 55">
            <a:extLst>
              <a:ext uri="{FF2B5EF4-FFF2-40B4-BE49-F238E27FC236}">
                <a16:creationId xmlns:a16="http://schemas.microsoft.com/office/drawing/2014/main" id="{49D5EF0B-0E94-98F0-7E51-857CE5BA7AE4}"/>
              </a:ext>
            </a:extLst>
          </p:cNvPr>
          <p:cNvSpPr/>
          <p:nvPr/>
        </p:nvSpPr>
        <p:spPr>
          <a:xfrm rot="5400000">
            <a:off x="5554366" y="2291298"/>
            <a:ext cx="193559" cy="152668"/>
          </a:xfrm>
          <a:prstGeom prst="rightArrow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968"/>
          </a:p>
        </p:txBody>
      </p:sp>
      <p:pic>
        <p:nvPicPr>
          <p:cNvPr id="57" name="図 56" descr="道路を走る車&#10;&#10;AI 生成コンテンツは誤りを含む可能性があります。">
            <a:extLst>
              <a:ext uri="{FF2B5EF4-FFF2-40B4-BE49-F238E27FC236}">
                <a16:creationId xmlns:a16="http://schemas.microsoft.com/office/drawing/2014/main" id="{42F9A930-E0B7-D173-2A1E-7A1C30910F2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13824" y="2526206"/>
            <a:ext cx="1023346" cy="575632"/>
          </a:xfrm>
          <a:prstGeom prst="rect">
            <a:avLst/>
          </a:prstGeom>
        </p:spPr>
      </p:pic>
      <p:pic>
        <p:nvPicPr>
          <p:cNvPr id="58" name="図 57" descr="道路を走る車&#10;&#10;AI 生成コンテンツは誤りを含む可能性があります。">
            <a:extLst>
              <a:ext uri="{FF2B5EF4-FFF2-40B4-BE49-F238E27FC236}">
                <a16:creationId xmlns:a16="http://schemas.microsoft.com/office/drawing/2014/main" id="{1E0BFC90-55F2-FEFE-A4A5-5E777436BCD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166224" y="2678606"/>
            <a:ext cx="1023346" cy="575632"/>
          </a:xfrm>
          <a:prstGeom prst="rect">
            <a:avLst/>
          </a:prstGeom>
        </p:spPr>
      </p:pic>
      <p:pic>
        <p:nvPicPr>
          <p:cNvPr id="59" name="図 58" descr="道路を走る車&#10;&#10;AI 生成コンテンツは誤りを含む可能性があります。">
            <a:extLst>
              <a:ext uri="{FF2B5EF4-FFF2-40B4-BE49-F238E27FC236}">
                <a16:creationId xmlns:a16="http://schemas.microsoft.com/office/drawing/2014/main" id="{A50019D8-2F22-6691-5B38-34509055AA0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18624" y="2831006"/>
            <a:ext cx="1023346" cy="575632"/>
          </a:xfrm>
          <a:prstGeom prst="rect">
            <a:avLst/>
          </a:prstGeom>
        </p:spPr>
      </p:pic>
      <p:sp>
        <p:nvSpPr>
          <p:cNvPr id="60" name="右矢印 59">
            <a:extLst>
              <a:ext uri="{FF2B5EF4-FFF2-40B4-BE49-F238E27FC236}">
                <a16:creationId xmlns:a16="http://schemas.microsoft.com/office/drawing/2014/main" id="{D3625094-4B11-9291-F271-4ED782A8B9B1}"/>
              </a:ext>
            </a:extLst>
          </p:cNvPr>
          <p:cNvSpPr/>
          <p:nvPr/>
        </p:nvSpPr>
        <p:spPr>
          <a:xfrm>
            <a:off x="6431769" y="2821188"/>
            <a:ext cx="193559" cy="152668"/>
          </a:xfrm>
          <a:prstGeom prst="rightArrow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968"/>
          </a:p>
        </p:txBody>
      </p:sp>
      <p:sp>
        <p:nvSpPr>
          <p:cNvPr id="62" name="タイトル 1">
            <a:extLst>
              <a:ext uri="{FF2B5EF4-FFF2-40B4-BE49-F238E27FC236}">
                <a16:creationId xmlns:a16="http://schemas.microsoft.com/office/drawing/2014/main" id="{034D44A1-F167-4AC2-0583-A515A602EB19}"/>
              </a:ext>
            </a:extLst>
          </p:cNvPr>
          <p:cNvSpPr txBox="1">
            <a:spLocks/>
          </p:cNvSpPr>
          <p:nvPr/>
        </p:nvSpPr>
        <p:spPr>
          <a:xfrm>
            <a:off x="5013833" y="3354403"/>
            <a:ext cx="1328145" cy="23082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4320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283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sz="1050" dirty="0">
                <a:latin typeface="Constantia" panose="02030602050306030303" pitchFamily="18" charset="0"/>
                <a:ea typeface="GungSeo" pitchFamily="2" charset="-127"/>
              </a:rPr>
              <a:t>Input</a:t>
            </a:r>
            <a:endParaRPr lang="ja-JP" altLang="en-US" sz="1050">
              <a:latin typeface="Constantia" panose="02030602050306030303" pitchFamily="18" charset="0"/>
            </a:endParaRPr>
          </a:p>
        </p:txBody>
      </p:sp>
      <p:pic>
        <p:nvPicPr>
          <p:cNvPr id="64" name="図 63" descr="屋外, 道路, シーン, 高速道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6F1DB71F-C1CC-7D02-C8F5-7609F0919F2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96522" y="2519725"/>
            <a:ext cx="1395287" cy="784849"/>
          </a:xfrm>
          <a:prstGeom prst="rect">
            <a:avLst/>
          </a:prstGeom>
        </p:spPr>
      </p:pic>
      <p:sp>
        <p:nvSpPr>
          <p:cNvPr id="65" name="タイトル 1">
            <a:extLst>
              <a:ext uri="{FF2B5EF4-FFF2-40B4-BE49-F238E27FC236}">
                <a16:creationId xmlns:a16="http://schemas.microsoft.com/office/drawing/2014/main" id="{CDF87B9A-B263-78D8-AAD2-A2501075AF07}"/>
              </a:ext>
            </a:extLst>
          </p:cNvPr>
          <p:cNvSpPr txBox="1">
            <a:spLocks/>
          </p:cNvSpPr>
          <p:nvPr/>
        </p:nvSpPr>
        <p:spPr>
          <a:xfrm>
            <a:off x="6697441" y="3359878"/>
            <a:ext cx="1395287" cy="23082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4320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283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sz="1050" dirty="0">
                <a:latin typeface="Constantia" panose="02030602050306030303" pitchFamily="18" charset="0"/>
              </a:rPr>
              <a:t>3D model</a:t>
            </a:r>
            <a:endParaRPr lang="ja-JP" altLang="en-US" sz="1050">
              <a:latin typeface="Constantia" panose="02030602050306030303" pitchFamily="18" charset="0"/>
            </a:endParaRPr>
          </a:p>
        </p:txBody>
      </p:sp>
      <p:sp>
        <p:nvSpPr>
          <p:cNvPr id="3" name="右矢印 2">
            <a:extLst>
              <a:ext uri="{FF2B5EF4-FFF2-40B4-BE49-F238E27FC236}">
                <a16:creationId xmlns:a16="http://schemas.microsoft.com/office/drawing/2014/main" id="{D451CB0C-92D8-B2B9-3638-A0DD50CB9427}"/>
              </a:ext>
            </a:extLst>
          </p:cNvPr>
          <p:cNvSpPr/>
          <p:nvPr/>
        </p:nvSpPr>
        <p:spPr>
          <a:xfrm>
            <a:off x="8362664" y="2054142"/>
            <a:ext cx="193559" cy="152668"/>
          </a:xfrm>
          <a:prstGeom prst="rightArrow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968"/>
          </a:p>
        </p:txBody>
      </p:sp>
      <p:sp>
        <p:nvSpPr>
          <p:cNvPr id="4" name="角丸四角形 3">
            <a:extLst>
              <a:ext uri="{FF2B5EF4-FFF2-40B4-BE49-F238E27FC236}">
                <a16:creationId xmlns:a16="http://schemas.microsoft.com/office/drawing/2014/main" id="{E3F9E12D-3BB7-DB4A-05BE-0E33FA34895B}"/>
              </a:ext>
            </a:extLst>
          </p:cNvPr>
          <p:cNvSpPr/>
          <p:nvPr/>
        </p:nvSpPr>
        <p:spPr>
          <a:xfrm>
            <a:off x="8561771" y="671085"/>
            <a:ext cx="1504207" cy="2895600"/>
          </a:xfrm>
          <a:prstGeom prst="roundRect">
            <a:avLst>
              <a:gd name="adj" fmla="val 4167"/>
            </a:avLst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968"/>
          </a:p>
        </p:txBody>
      </p:sp>
      <p:sp>
        <p:nvSpPr>
          <p:cNvPr id="6" name="タイトル 1">
            <a:extLst>
              <a:ext uri="{FF2B5EF4-FFF2-40B4-BE49-F238E27FC236}">
                <a16:creationId xmlns:a16="http://schemas.microsoft.com/office/drawing/2014/main" id="{87F85730-09F9-969E-E069-BD00B9FFFBF0}"/>
              </a:ext>
            </a:extLst>
          </p:cNvPr>
          <p:cNvSpPr txBox="1">
            <a:spLocks/>
          </p:cNvSpPr>
          <p:nvPr/>
        </p:nvSpPr>
        <p:spPr>
          <a:xfrm>
            <a:off x="8483630" y="671089"/>
            <a:ext cx="1654628" cy="48624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4320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283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sz="1400" dirty="0">
                <a:latin typeface="Constantia" panose="02030602050306030303" pitchFamily="18" charset="0"/>
                <a:cs typeface="Centaur Now Text" pitchFamily="2" charset="0"/>
              </a:rPr>
              <a:t>Dynamic object mask</a:t>
            </a:r>
            <a:endParaRPr lang="ja-JP" altLang="en-US" sz="1400">
              <a:latin typeface="Constantia" panose="02030602050306030303" pitchFamily="18" charset="0"/>
              <a:cs typeface="Centaur Now Text" pitchFamily="2" charset="0"/>
            </a:endParaRPr>
          </a:p>
        </p:txBody>
      </p:sp>
      <p:pic>
        <p:nvPicPr>
          <p:cNvPr id="10" name="図 9" descr="アプリケーション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7D2A33F1-02C8-94AA-01B6-B034027DA1E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818056" y="1131749"/>
            <a:ext cx="1034609" cy="597039"/>
          </a:xfrm>
          <a:prstGeom prst="rect">
            <a:avLst/>
          </a:prstGeom>
        </p:spPr>
      </p:pic>
      <p:pic>
        <p:nvPicPr>
          <p:cNvPr id="20" name="図 19" descr="グラフィカル ユーザー インターフェイス&#10;&#10;AI 生成コンテンツは誤りを含む可能性があります。">
            <a:extLst>
              <a:ext uri="{FF2B5EF4-FFF2-40B4-BE49-F238E27FC236}">
                <a16:creationId xmlns:a16="http://schemas.microsoft.com/office/drawing/2014/main" id="{C4932F90-D11D-B1D7-EEA8-62C172057660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820315" y="1824395"/>
            <a:ext cx="1034609" cy="597039"/>
          </a:xfrm>
          <a:prstGeom prst="rect">
            <a:avLst/>
          </a:prstGeom>
        </p:spPr>
      </p:pic>
      <p:pic>
        <p:nvPicPr>
          <p:cNvPr id="29" name="図 28" descr="グラフ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23CD81A5-E3F6-48F9-9F17-2DA05937C091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818058" y="2726658"/>
            <a:ext cx="1034609" cy="597039"/>
          </a:xfrm>
          <a:prstGeom prst="rect">
            <a:avLst/>
          </a:prstGeom>
        </p:spPr>
      </p:pic>
      <p:sp>
        <p:nvSpPr>
          <p:cNvPr id="34" name="タイトル 1">
            <a:extLst>
              <a:ext uri="{FF2B5EF4-FFF2-40B4-BE49-F238E27FC236}">
                <a16:creationId xmlns:a16="http://schemas.microsoft.com/office/drawing/2014/main" id="{77578E45-E469-C4C8-1565-864ED972D91E}"/>
              </a:ext>
            </a:extLst>
          </p:cNvPr>
          <p:cNvSpPr txBox="1">
            <a:spLocks/>
          </p:cNvSpPr>
          <p:nvPr/>
        </p:nvSpPr>
        <p:spPr>
          <a:xfrm>
            <a:off x="9071754" y="2237050"/>
            <a:ext cx="527215" cy="44204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4320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283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sz="2000" dirty="0">
                <a:latin typeface="GungSeo" pitchFamily="2" charset="-127"/>
              </a:rPr>
              <a:t>…</a:t>
            </a:r>
            <a:endParaRPr lang="ja-JP" altLang="en-US" sz="2000">
              <a:latin typeface="GungSeo" pitchFamily="2" charset="-127"/>
            </a:endParaRPr>
          </a:p>
        </p:txBody>
      </p:sp>
      <p:sp>
        <p:nvSpPr>
          <p:cNvPr id="36" name="タイトル 1">
            <a:extLst>
              <a:ext uri="{FF2B5EF4-FFF2-40B4-BE49-F238E27FC236}">
                <a16:creationId xmlns:a16="http://schemas.microsoft.com/office/drawing/2014/main" id="{153012D0-05B4-3C2E-398F-8D24ABD1A742}"/>
              </a:ext>
            </a:extLst>
          </p:cNvPr>
          <p:cNvSpPr txBox="1">
            <a:spLocks/>
          </p:cNvSpPr>
          <p:nvPr/>
        </p:nvSpPr>
        <p:spPr>
          <a:xfrm>
            <a:off x="76672" y="-14709"/>
            <a:ext cx="3555805" cy="66900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4320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283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sz="2800" dirty="0">
                <a:solidFill>
                  <a:schemeClr val="tx1">
                    <a:alpha val="53360"/>
                  </a:schemeClr>
                </a:solidFill>
                <a:latin typeface="Constantia" panose="02030602050306030303" pitchFamily="18" charset="0"/>
                <a:cs typeface="Centaur Now Text" pitchFamily="2" charset="0"/>
              </a:rPr>
              <a:t>Pre train</a:t>
            </a:r>
            <a:endParaRPr lang="ja-JP" altLang="en-US" sz="2800">
              <a:solidFill>
                <a:schemeClr val="tx1">
                  <a:alpha val="53360"/>
                </a:schemeClr>
              </a:solidFill>
              <a:latin typeface="Constantia" panose="02030602050306030303" pitchFamily="18" charset="0"/>
              <a:cs typeface="Centaur Now Text" pitchFamily="2" charset="0"/>
            </a:endParaRPr>
          </a:p>
        </p:txBody>
      </p:sp>
      <p:sp>
        <p:nvSpPr>
          <p:cNvPr id="41" name="右矢印 40">
            <a:extLst>
              <a:ext uri="{FF2B5EF4-FFF2-40B4-BE49-F238E27FC236}">
                <a16:creationId xmlns:a16="http://schemas.microsoft.com/office/drawing/2014/main" id="{B9F86570-D6A0-E6C9-FD85-D95142DC08E5}"/>
              </a:ext>
            </a:extLst>
          </p:cNvPr>
          <p:cNvSpPr/>
          <p:nvPr/>
        </p:nvSpPr>
        <p:spPr>
          <a:xfrm rot="5400000">
            <a:off x="1638221" y="3844389"/>
            <a:ext cx="710649" cy="152668"/>
          </a:xfrm>
          <a:prstGeom prst="rightArrow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968"/>
          </a:p>
        </p:txBody>
      </p:sp>
      <p:sp>
        <p:nvSpPr>
          <p:cNvPr id="69" name="角丸四角形 68">
            <a:extLst>
              <a:ext uri="{FF2B5EF4-FFF2-40B4-BE49-F238E27FC236}">
                <a16:creationId xmlns:a16="http://schemas.microsoft.com/office/drawing/2014/main" id="{6A4E0543-DD28-B33E-F2F0-81BBCDCC8AD7}"/>
              </a:ext>
            </a:extLst>
          </p:cNvPr>
          <p:cNvSpPr/>
          <p:nvPr/>
        </p:nvSpPr>
        <p:spPr>
          <a:xfrm>
            <a:off x="1236526" y="4274897"/>
            <a:ext cx="1504207" cy="2895600"/>
          </a:xfrm>
          <a:prstGeom prst="roundRect">
            <a:avLst>
              <a:gd name="adj" fmla="val 4167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968"/>
          </a:p>
        </p:txBody>
      </p:sp>
      <p:sp>
        <p:nvSpPr>
          <p:cNvPr id="71" name="タイトル 1">
            <a:extLst>
              <a:ext uri="{FF2B5EF4-FFF2-40B4-BE49-F238E27FC236}">
                <a16:creationId xmlns:a16="http://schemas.microsoft.com/office/drawing/2014/main" id="{A12BCCE5-FF33-5DB8-90AB-97A8AD0EDF1F}"/>
              </a:ext>
            </a:extLst>
          </p:cNvPr>
          <p:cNvSpPr txBox="1">
            <a:spLocks/>
          </p:cNvSpPr>
          <p:nvPr/>
        </p:nvSpPr>
        <p:spPr>
          <a:xfrm>
            <a:off x="1161307" y="4257903"/>
            <a:ext cx="1654628" cy="48624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11519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7559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sz="1800" u="sng" dirty="0">
                <a:latin typeface="Constantia" panose="02030602050306030303" pitchFamily="18" charset="0"/>
                <a:cs typeface="Centaur Now Text" pitchFamily="2" charset="0"/>
              </a:rPr>
              <a:t>Car</a:t>
            </a:r>
            <a:r>
              <a:rPr lang="en-US" altLang="ja-JP" sz="1800" dirty="0">
                <a:latin typeface="Constantia" panose="02030602050306030303" pitchFamily="18" charset="0"/>
                <a:cs typeface="Centaur Now Text" pitchFamily="2" charset="0"/>
              </a:rPr>
              <a:t> mask</a:t>
            </a:r>
            <a:endParaRPr lang="ja-JP" altLang="en-US" sz="1800">
              <a:latin typeface="Constantia" panose="02030602050306030303" pitchFamily="18" charset="0"/>
              <a:cs typeface="Centaur Now Text" pitchFamily="2" charset="0"/>
            </a:endParaRPr>
          </a:p>
        </p:txBody>
      </p:sp>
      <p:pic>
        <p:nvPicPr>
          <p:cNvPr id="50" name="図 49" descr="グラフ, 散布図&#10;&#10;AI 生成コンテンツは誤りを含む可能性があります。">
            <a:extLst>
              <a:ext uri="{FF2B5EF4-FFF2-40B4-BE49-F238E27FC236}">
                <a16:creationId xmlns:a16="http://schemas.microsoft.com/office/drawing/2014/main" id="{CCD5A2F6-7635-B1D8-8430-99568EDB98A9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484562" y="5427513"/>
            <a:ext cx="1039376" cy="599790"/>
          </a:xfrm>
          <a:prstGeom prst="rect">
            <a:avLst/>
          </a:prstGeom>
        </p:spPr>
      </p:pic>
      <p:pic>
        <p:nvPicPr>
          <p:cNvPr id="63" name="図 62" descr="グラフ, 散布図&#10;&#10;AI 生成コンテンツは誤りを含む可能性があります。">
            <a:extLst>
              <a:ext uri="{FF2B5EF4-FFF2-40B4-BE49-F238E27FC236}">
                <a16:creationId xmlns:a16="http://schemas.microsoft.com/office/drawing/2014/main" id="{91C34EB2-38C5-6BC0-D6AC-36A7E4DCDC0B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484064" y="4755127"/>
            <a:ext cx="1039376" cy="599790"/>
          </a:xfrm>
          <a:prstGeom prst="rect">
            <a:avLst/>
          </a:prstGeom>
        </p:spPr>
      </p:pic>
      <p:pic>
        <p:nvPicPr>
          <p:cNvPr id="68" name="図 67" descr="グラフィカル ユーザー インターフェイス, テキスト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456B1432-BA3F-4399-4CAD-09ECAE1F4493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457353" y="6322626"/>
            <a:ext cx="1039376" cy="599790"/>
          </a:xfrm>
          <a:prstGeom prst="rect">
            <a:avLst/>
          </a:prstGeom>
        </p:spPr>
      </p:pic>
      <p:sp>
        <p:nvSpPr>
          <p:cNvPr id="72" name="タイトル 1">
            <a:extLst>
              <a:ext uri="{FF2B5EF4-FFF2-40B4-BE49-F238E27FC236}">
                <a16:creationId xmlns:a16="http://schemas.microsoft.com/office/drawing/2014/main" id="{44C4ADC1-77C2-6265-84B4-5AA3F2F5F2EB}"/>
              </a:ext>
            </a:extLst>
          </p:cNvPr>
          <p:cNvSpPr txBox="1">
            <a:spLocks/>
          </p:cNvSpPr>
          <p:nvPr/>
        </p:nvSpPr>
        <p:spPr>
          <a:xfrm>
            <a:off x="1725024" y="5843060"/>
            <a:ext cx="527215" cy="44204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4320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283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sz="2000" dirty="0">
                <a:latin typeface="GungSeo" pitchFamily="2" charset="-127"/>
              </a:rPr>
              <a:t>…</a:t>
            </a:r>
            <a:endParaRPr lang="ja-JP" altLang="en-US" sz="2000">
              <a:latin typeface="GungSeo" pitchFamily="2" charset="-127"/>
            </a:endParaRPr>
          </a:p>
        </p:txBody>
      </p:sp>
      <p:sp>
        <p:nvSpPr>
          <p:cNvPr id="73" name="角丸四角形 72">
            <a:extLst>
              <a:ext uri="{FF2B5EF4-FFF2-40B4-BE49-F238E27FC236}">
                <a16:creationId xmlns:a16="http://schemas.microsoft.com/office/drawing/2014/main" id="{CD9DB443-22B0-B819-7427-D86721A62FFF}"/>
              </a:ext>
            </a:extLst>
          </p:cNvPr>
          <p:cNvSpPr/>
          <p:nvPr/>
        </p:nvSpPr>
        <p:spPr>
          <a:xfrm>
            <a:off x="2880557" y="4257903"/>
            <a:ext cx="3701323" cy="2895599"/>
          </a:xfrm>
          <a:prstGeom prst="roundRect">
            <a:avLst>
              <a:gd name="adj" fmla="val 2141"/>
            </a:avLst>
          </a:prstGeom>
          <a:pattFill prst="dotGrid">
            <a:fgClr>
              <a:schemeClr val="bg2">
                <a:lumMod val="90000"/>
              </a:schemeClr>
            </a:fgClr>
            <a:bgClr>
              <a:schemeClr val="bg1"/>
            </a:bgClr>
          </a:pattFill>
          <a:ln>
            <a:solidFill>
              <a:srgbClr val="2626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968"/>
          </a:p>
        </p:txBody>
      </p:sp>
      <p:sp>
        <p:nvSpPr>
          <p:cNvPr id="74" name="角丸四角形 73">
            <a:extLst>
              <a:ext uri="{FF2B5EF4-FFF2-40B4-BE49-F238E27FC236}">
                <a16:creationId xmlns:a16="http://schemas.microsoft.com/office/drawing/2014/main" id="{8DF23332-03EC-7D75-1205-5B6E29230249}"/>
              </a:ext>
            </a:extLst>
          </p:cNvPr>
          <p:cNvSpPr/>
          <p:nvPr/>
        </p:nvSpPr>
        <p:spPr>
          <a:xfrm>
            <a:off x="6705563" y="5935990"/>
            <a:ext cx="1657103" cy="1169618"/>
          </a:xfrm>
          <a:prstGeom prst="roundRect">
            <a:avLst>
              <a:gd name="adj" fmla="val 2141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968"/>
          </a:p>
        </p:txBody>
      </p:sp>
      <p:sp>
        <p:nvSpPr>
          <p:cNvPr id="75" name="タイトル 1">
            <a:extLst>
              <a:ext uri="{FF2B5EF4-FFF2-40B4-BE49-F238E27FC236}">
                <a16:creationId xmlns:a16="http://schemas.microsoft.com/office/drawing/2014/main" id="{8C85BE1C-FFD5-6052-7437-3CA4C887BF52}"/>
              </a:ext>
            </a:extLst>
          </p:cNvPr>
          <p:cNvSpPr txBox="1">
            <a:spLocks/>
          </p:cNvSpPr>
          <p:nvPr/>
        </p:nvSpPr>
        <p:spPr>
          <a:xfrm>
            <a:off x="6734617" y="6176034"/>
            <a:ext cx="1654628" cy="48624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4320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283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sz="1800" dirty="0" err="1">
                <a:latin typeface="Constantia" panose="02030602050306030303" pitchFamily="18" charset="0"/>
                <a:cs typeface="Centaur Now Text" pitchFamily="2" charset="0"/>
              </a:rPr>
              <a:t>DroneSplat</a:t>
            </a:r>
            <a:r>
              <a:rPr lang="en-US" altLang="ja-JP" sz="1800" dirty="0">
                <a:latin typeface="Constantia" panose="02030602050306030303" pitchFamily="18" charset="0"/>
                <a:cs typeface="Centaur Now Text" pitchFamily="2" charset="0"/>
              </a:rPr>
              <a:t>[7]</a:t>
            </a:r>
            <a:endParaRPr lang="ja-JP" altLang="en-US" sz="1800">
              <a:latin typeface="Constantia" panose="02030602050306030303" pitchFamily="18" charset="0"/>
              <a:cs typeface="Centaur Now Text" pitchFamily="2" charset="0"/>
            </a:endParaRPr>
          </a:p>
        </p:txBody>
      </p:sp>
      <p:pic>
        <p:nvPicPr>
          <p:cNvPr id="79" name="図 78" descr="屋外, 道路, シーン, 高速道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632663A3-B258-0D43-BCD6-02CC1BB116C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696963" y="5935998"/>
            <a:ext cx="1386463" cy="779885"/>
          </a:xfrm>
          <a:prstGeom prst="rect">
            <a:avLst/>
          </a:prstGeom>
        </p:spPr>
      </p:pic>
      <p:sp>
        <p:nvSpPr>
          <p:cNvPr id="80" name="タイトル 1">
            <a:extLst>
              <a:ext uri="{FF2B5EF4-FFF2-40B4-BE49-F238E27FC236}">
                <a16:creationId xmlns:a16="http://schemas.microsoft.com/office/drawing/2014/main" id="{847F47CD-945F-A1E5-D257-B246D2D0CFFF}"/>
              </a:ext>
            </a:extLst>
          </p:cNvPr>
          <p:cNvSpPr txBox="1">
            <a:spLocks/>
          </p:cNvSpPr>
          <p:nvPr/>
        </p:nvSpPr>
        <p:spPr>
          <a:xfrm>
            <a:off x="8663081" y="6838640"/>
            <a:ext cx="1395287" cy="23082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4320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283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sz="1050" dirty="0">
                <a:latin typeface="Constantia" panose="02030602050306030303" pitchFamily="18" charset="0"/>
              </a:rPr>
              <a:t>Final 3D model</a:t>
            </a:r>
            <a:endParaRPr lang="ja-JP" altLang="en-US" sz="1050">
              <a:latin typeface="Constantia" panose="02030602050306030303" pitchFamily="18" charset="0"/>
            </a:endParaRPr>
          </a:p>
        </p:txBody>
      </p:sp>
      <p:sp>
        <p:nvSpPr>
          <p:cNvPr id="83" name="タイトル 1">
            <a:extLst>
              <a:ext uri="{FF2B5EF4-FFF2-40B4-BE49-F238E27FC236}">
                <a16:creationId xmlns:a16="http://schemas.microsoft.com/office/drawing/2014/main" id="{C294C95D-4F8F-721F-55F1-5A3A8D06E15A}"/>
              </a:ext>
            </a:extLst>
          </p:cNvPr>
          <p:cNvSpPr txBox="1">
            <a:spLocks/>
          </p:cNvSpPr>
          <p:nvPr/>
        </p:nvSpPr>
        <p:spPr>
          <a:xfrm>
            <a:off x="2949264" y="4257903"/>
            <a:ext cx="3546843" cy="48624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11519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7559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sz="1800" dirty="0">
                <a:latin typeface="Constantia" panose="02030602050306030303" pitchFamily="18" charset="0"/>
                <a:cs typeface="Centaur Now Text" pitchFamily="2" charset="0"/>
              </a:rPr>
              <a:t>Remove the Destructor</a:t>
            </a:r>
            <a:endParaRPr lang="ja-JP" altLang="en-US" sz="1800">
              <a:latin typeface="Constantia" panose="02030602050306030303" pitchFamily="18" charset="0"/>
              <a:cs typeface="Centaur Now Text" pitchFamily="2" charset="0"/>
            </a:endParaRPr>
          </a:p>
        </p:txBody>
      </p:sp>
      <p:sp>
        <p:nvSpPr>
          <p:cNvPr id="90" name="角丸四角形 89">
            <a:extLst>
              <a:ext uri="{FF2B5EF4-FFF2-40B4-BE49-F238E27FC236}">
                <a16:creationId xmlns:a16="http://schemas.microsoft.com/office/drawing/2014/main" id="{B0AFE9B5-69A3-3F48-7CF8-BD60A99C8412}"/>
              </a:ext>
            </a:extLst>
          </p:cNvPr>
          <p:cNvSpPr/>
          <p:nvPr/>
        </p:nvSpPr>
        <p:spPr>
          <a:xfrm>
            <a:off x="3005626" y="4783592"/>
            <a:ext cx="3424446" cy="1058596"/>
          </a:xfrm>
          <a:prstGeom prst="roundRect">
            <a:avLst>
              <a:gd name="adj" fmla="val 6876"/>
            </a:avLst>
          </a:prstGeom>
          <a:solidFill>
            <a:schemeClr val="bg1"/>
          </a:solidFill>
          <a:ln w="952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968"/>
          </a:p>
        </p:txBody>
      </p:sp>
      <p:sp>
        <p:nvSpPr>
          <p:cNvPr id="84" name="角丸四角形 83">
            <a:extLst>
              <a:ext uri="{FF2B5EF4-FFF2-40B4-BE49-F238E27FC236}">
                <a16:creationId xmlns:a16="http://schemas.microsoft.com/office/drawing/2014/main" id="{3CFB5F78-5F09-04D6-8A8D-C8BB7579FC37}"/>
              </a:ext>
            </a:extLst>
          </p:cNvPr>
          <p:cNvSpPr/>
          <p:nvPr/>
        </p:nvSpPr>
        <p:spPr>
          <a:xfrm>
            <a:off x="3215107" y="5133589"/>
            <a:ext cx="801985" cy="473629"/>
          </a:xfrm>
          <a:prstGeom prst="roundRect">
            <a:avLst>
              <a:gd name="adj" fmla="val 4167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968"/>
          </a:p>
        </p:txBody>
      </p:sp>
      <p:sp>
        <p:nvSpPr>
          <p:cNvPr id="85" name="タイトル 1">
            <a:extLst>
              <a:ext uri="{FF2B5EF4-FFF2-40B4-BE49-F238E27FC236}">
                <a16:creationId xmlns:a16="http://schemas.microsoft.com/office/drawing/2014/main" id="{22982022-2519-6656-2235-116D60EE6121}"/>
              </a:ext>
            </a:extLst>
          </p:cNvPr>
          <p:cNvSpPr txBox="1">
            <a:spLocks/>
          </p:cNvSpPr>
          <p:nvPr/>
        </p:nvSpPr>
        <p:spPr>
          <a:xfrm>
            <a:off x="2995451" y="5014149"/>
            <a:ext cx="1243146" cy="48624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11519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7559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sz="1050" dirty="0">
                <a:latin typeface="Constantia" panose="02030602050306030303" pitchFamily="18" charset="0"/>
                <a:cs typeface="Centaur Now Text" pitchFamily="2" charset="0"/>
              </a:rPr>
              <a:t>Car mask</a:t>
            </a:r>
            <a:endParaRPr lang="ja-JP" altLang="en-US" sz="1050">
              <a:latin typeface="Constantia" panose="02030602050306030303" pitchFamily="18" charset="0"/>
              <a:cs typeface="Centaur Now Text" pitchFamily="2" charset="0"/>
            </a:endParaRPr>
          </a:p>
        </p:txBody>
      </p:sp>
      <p:sp>
        <p:nvSpPr>
          <p:cNvPr id="86" name="円/楕円 85">
            <a:extLst>
              <a:ext uri="{FF2B5EF4-FFF2-40B4-BE49-F238E27FC236}">
                <a16:creationId xmlns:a16="http://schemas.microsoft.com/office/drawing/2014/main" id="{12D2FB12-F951-698B-F8AD-233F841A35DC}"/>
              </a:ext>
            </a:extLst>
          </p:cNvPr>
          <p:cNvSpPr/>
          <p:nvPr/>
        </p:nvSpPr>
        <p:spPr>
          <a:xfrm>
            <a:off x="3957885" y="5202042"/>
            <a:ext cx="281517" cy="28151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ysClr val="windowText" lastClr="000000"/>
                </a:solidFill>
                <a:latin typeface="Constantia" panose="02030602050306030303" pitchFamily="18" charset="0"/>
              </a:rPr>
              <a:t>-</a:t>
            </a:r>
            <a:endParaRPr kumimoji="1" lang="ja-JP" altLang="en-US">
              <a:solidFill>
                <a:sysClr val="windowText" lastClr="000000"/>
              </a:solidFill>
              <a:latin typeface="Constantia" panose="02030602050306030303" pitchFamily="18" charset="0"/>
            </a:endParaRPr>
          </a:p>
        </p:txBody>
      </p:sp>
      <p:sp>
        <p:nvSpPr>
          <p:cNvPr id="87" name="角丸四角形 86">
            <a:extLst>
              <a:ext uri="{FF2B5EF4-FFF2-40B4-BE49-F238E27FC236}">
                <a16:creationId xmlns:a16="http://schemas.microsoft.com/office/drawing/2014/main" id="{A243C920-3C76-46AD-A03C-CF6E71BA0D7C}"/>
              </a:ext>
            </a:extLst>
          </p:cNvPr>
          <p:cNvSpPr/>
          <p:nvPr/>
        </p:nvSpPr>
        <p:spPr>
          <a:xfrm>
            <a:off x="4190679" y="5133581"/>
            <a:ext cx="801985" cy="479968"/>
          </a:xfrm>
          <a:prstGeom prst="roundRect">
            <a:avLst>
              <a:gd name="adj" fmla="val 4167"/>
            </a:avLst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968"/>
          </a:p>
        </p:txBody>
      </p:sp>
      <p:sp>
        <p:nvSpPr>
          <p:cNvPr id="88" name="タイトル 1">
            <a:extLst>
              <a:ext uri="{FF2B5EF4-FFF2-40B4-BE49-F238E27FC236}">
                <a16:creationId xmlns:a16="http://schemas.microsoft.com/office/drawing/2014/main" id="{1E8ED549-34AD-C5A9-EE31-DBEE14F3CDAA}"/>
              </a:ext>
            </a:extLst>
          </p:cNvPr>
          <p:cNvSpPr txBox="1">
            <a:spLocks/>
          </p:cNvSpPr>
          <p:nvPr/>
        </p:nvSpPr>
        <p:spPr>
          <a:xfrm>
            <a:off x="4061676" y="5090746"/>
            <a:ext cx="1059989" cy="48624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4320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283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sz="1050" dirty="0">
                <a:latin typeface="Constantia" panose="02030602050306030303" pitchFamily="18" charset="0"/>
                <a:cs typeface="Centaur Now Text" pitchFamily="2" charset="0"/>
              </a:rPr>
              <a:t>Dynamic object mask</a:t>
            </a:r>
            <a:endParaRPr lang="ja-JP" altLang="en-US" sz="1050">
              <a:latin typeface="Constantia" panose="02030602050306030303" pitchFamily="18" charset="0"/>
              <a:cs typeface="Centaur Now Text" pitchFamily="2" charset="0"/>
            </a:endParaRPr>
          </a:p>
        </p:txBody>
      </p:sp>
      <p:sp>
        <p:nvSpPr>
          <p:cNvPr id="89" name="円/楕円 88">
            <a:extLst>
              <a:ext uri="{FF2B5EF4-FFF2-40B4-BE49-F238E27FC236}">
                <a16:creationId xmlns:a16="http://schemas.microsoft.com/office/drawing/2014/main" id="{8A605667-FA31-69C2-54DA-A8A1874D9D53}"/>
              </a:ext>
            </a:extLst>
          </p:cNvPr>
          <p:cNvSpPr/>
          <p:nvPr/>
        </p:nvSpPr>
        <p:spPr>
          <a:xfrm>
            <a:off x="4978246" y="5202042"/>
            <a:ext cx="281517" cy="28151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ysClr val="windowText" lastClr="000000"/>
                </a:solidFill>
                <a:latin typeface="Constantia" panose="02030602050306030303" pitchFamily="18" charset="0"/>
              </a:rPr>
              <a:t>=</a:t>
            </a:r>
            <a:endParaRPr kumimoji="1" lang="ja-JP" altLang="en-US">
              <a:solidFill>
                <a:sysClr val="windowText" lastClr="000000"/>
              </a:solidFill>
              <a:latin typeface="Constantia" panose="02030602050306030303" pitchFamily="18" charset="0"/>
            </a:endParaRPr>
          </a:p>
        </p:txBody>
      </p:sp>
      <p:sp>
        <p:nvSpPr>
          <p:cNvPr id="91" name="タイトル 1">
            <a:extLst>
              <a:ext uri="{FF2B5EF4-FFF2-40B4-BE49-F238E27FC236}">
                <a16:creationId xmlns:a16="http://schemas.microsoft.com/office/drawing/2014/main" id="{4A3008FD-8667-B08C-185D-A0DDFB560C79}"/>
              </a:ext>
            </a:extLst>
          </p:cNvPr>
          <p:cNvSpPr txBox="1">
            <a:spLocks/>
          </p:cNvSpPr>
          <p:nvPr/>
        </p:nvSpPr>
        <p:spPr>
          <a:xfrm>
            <a:off x="3080062" y="4796389"/>
            <a:ext cx="1174878" cy="23082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4320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283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sz="1050" dirty="0">
                <a:latin typeface="Constantia" panose="02030602050306030303" pitchFamily="18" charset="0"/>
                <a:ea typeface="GungSeo" pitchFamily="2" charset="-127"/>
              </a:rPr>
              <a:t>Mask Matching</a:t>
            </a:r>
            <a:endParaRPr lang="ja-JP" altLang="en-US" sz="1050">
              <a:latin typeface="Constantia" panose="02030602050306030303" pitchFamily="18" charset="0"/>
            </a:endParaRPr>
          </a:p>
        </p:txBody>
      </p:sp>
      <p:sp>
        <p:nvSpPr>
          <p:cNvPr id="93" name="角丸四角形 92">
            <a:extLst>
              <a:ext uri="{FF2B5EF4-FFF2-40B4-BE49-F238E27FC236}">
                <a16:creationId xmlns:a16="http://schemas.microsoft.com/office/drawing/2014/main" id="{949EB8FB-9F4D-08DE-079E-089F4752BFEF}"/>
              </a:ext>
            </a:extLst>
          </p:cNvPr>
          <p:cNvSpPr/>
          <p:nvPr/>
        </p:nvSpPr>
        <p:spPr>
          <a:xfrm>
            <a:off x="5272921" y="5121267"/>
            <a:ext cx="801985" cy="479968"/>
          </a:xfrm>
          <a:prstGeom prst="roundRect">
            <a:avLst>
              <a:gd name="adj" fmla="val 4167"/>
            </a:avLst>
          </a:prstGeom>
          <a:gradFill>
            <a:gsLst>
              <a:gs pos="0">
                <a:srgbClr val="DAF2D0"/>
              </a:gs>
              <a:gs pos="100000">
                <a:srgbClr val="F2FFEC"/>
              </a:gs>
            </a:gsLst>
            <a:lin ang="5400000" scaled="1"/>
          </a:gra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968"/>
          </a:p>
        </p:txBody>
      </p:sp>
      <p:sp>
        <p:nvSpPr>
          <p:cNvPr id="94" name="タイトル 1">
            <a:extLst>
              <a:ext uri="{FF2B5EF4-FFF2-40B4-BE49-F238E27FC236}">
                <a16:creationId xmlns:a16="http://schemas.microsoft.com/office/drawing/2014/main" id="{8D6FFBA6-31F2-F1F8-114B-A7B626859CF3}"/>
              </a:ext>
            </a:extLst>
          </p:cNvPr>
          <p:cNvSpPr txBox="1">
            <a:spLocks/>
          </p:cNvSpPr>
          <p:nvPr/>
        </p:nvSpPr>
        <p:spPr>
          <a:xfrm>
            <a:off x="5153973" y="5090746"/>
            <a:ext cx="1059989" cy="48624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4320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283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sz="1050" dirty="0">
                <a:latin typeface="Constantia" panose="02030602050306030303" pitchFamily="18" charset="0"/>
                <a:cs typeface="Centaur Now Text" pitchFamily="2" charset="0"/>
              </a:rPr>
              <a:t>Static Car mask</a:t>
            </a:r>
            <a:endParaRPr lang="ja-JP" altLang="en-US" sz="1050">
              <a:latin typeface="Constantia" panose="02030602050306030303" pitchFamily="18" charset="0"/>
              <a:cs typeface="Centaur Now Text" pitchFamily="2" charset="0"/>
            </a:endParaRPr>
          </a:p>
        </p:txBody>
      </p:sp>
      <p:sp>
        <p:nvSpPr>
          <p:cNvPr id="23" name="角丸四角形 22">
            <a:extLst>
              <a:ext uri="{FF2B5EF4-FFF2-40B4-BE49-F238E27FC236}">
                <a16:creationId xmlns:a16="http://schemas.microsoft.com/office/drawing/2014/main" id="{F68CA824-6EE9-883B-3BFC-29EA69D7AFC7}"/>
              </a:ext>
            </a:extLst>
          </p:cNvPr>
          <p:cNvSpPr/>
          <p:nvPr/>
        </p:nvSpPr>
        <p:spPr>
          <a:xfrm>
            <a:off x="3012436" y="5935998"/>
            <a:ext cx="3434188" cy="1050815"/>
          </a:xfrm>
          <a:prstGeom prst="roundRect">
            <a:avLst>
              <a:gd name="adj" fmla="val 4167"/>
            </a:avLst>
          </a:prstGeom>
          <a:solidFill>
            <a:schemeClr val="bg1"/>
          </a:solidFill>
          <a:ln>
            <a:solidFill>
              <a:srgbClr val="262626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968"/>
          </a:p>
        </p:txBody>
      </p:sp>
      <p:sp>
        <p:nvSpPr>
          <p:cNvPr id="24" name="タイトル 1">
            <a:extLst>
              <a:ext uri="{FF2B5EF4-FFF2-40B4-BE49-F238E27FC236}">
                <a16:creationId xmlns:a16="http://schemas.microsoft.com/office/drawing/2014/main" id="{ADB0708C-1AA4-1A3A-B3DB-9326332982B8}"/>
              </a:ext>
            </a:extLst>
          </p:cNvPr>
          <p:cNvSpPr txBox="1">
            <a:spLocks/>
          </p:cNvSpPr>
          <p:nvPr/>
        </p:nvSpPr>
        <p:spPr>
          <a:xfrm>
            <a:off x="3115725" y="5682777"/>
            <a:ext cx="701724" cy="48624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4320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283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sz="1050" dirty="0" err="1">
                <a:latin typeface="Constantia" panose="02030602050306030303" pitchFamily="18" charset="0"/>
                <a:cs typeface="Centaur Now Text" pitchFamily="2" charset="0"/>
              </a:rPr>
              <a:t>Inpaint</a:t>
            </a:r>
            <a:endParaRPr lang="ja-JP" altLang="en-US" sz="1050">
              <a:latin typeface="Constantia" panose="02030602050306030303" pitchFamily="18" charset="0"/>
              <a:cs typeface="Centaur Now Text" pitchFamily="2" charset="0"/>
            </a:endParaRPr>
          </a:p>
        </p:txBody>
      </p:sp>
      <p:pic>
        <p:nvPicPr>
          <p:cNvPr id="44" name="図 43" descr="黒い背景に白い文字がある&#10;&#10;AI 生成コンテンツは誤りを含む可能性があります。">
            <a:extLst>
              <a:ext uri="{FF2B5EF4-FFF2-40B4-BE49-F238E27FC236}">
                <a16:creationId xmlns:a16="http://schemas.microsoft.com/office/drawing/2014/main" id="{7F60FF7A-D38C-674E-DE19-7217BF6D67C6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173528" y="6262919"/>
            <a:ext cx="751119" cy="422505"/>
          </a:xfrm>
          <a:prstGeom prst="rect">
            <a:avLst/>
          </a:prstGeom>
        </p:spPr>
      </p:pic>
      <p:pic>
        <p:nvPicPr>
          <p:cNvPr id="45" name="図 44" descr="道路を走る車&#10;&#10;AI 生成コンテンツは誤りを含む可能性があります。">
            <a:extLst>
              <a:ext uri="{FF2B5EF4-FFF2-40B4-BE49-F238E27FC236}">
                <a16:creationId xmlns:a16="http://schemas.microsoft.com/office/drawing/2014/main" id="{445139B0-1357-EA74-22ED-0C323AC1C3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2643" y="6252376"/>
            <a:ext cx="755475" cy="424955"/>
          </a:xfrm>
          <a:prstGeom prst="rect">
            <a:avLst/>
          </a:prstGeom>
        </p:spPr>
      </p:pic>
      <p:sp>
        <p:nvSpPr>
          <p:cNvPr id="46" name="タイトル 1">
            <a:extLst>
              <a:ext uri="{FF2B5EF4-FFF2-40B4-BE49-F238E27FC236}">
                <a16:creationId xmlns:a16="http://schemas.microsoft.com/office/drawing/2014/main" id="{5851209E-C6BE-EE10-D351-06C8195ABD90}"/>
              </a:ext>
            </a:extLst>
          </p:cNvPr>
          <p:cNvSpPr txBox="1">
            <a:spLocks/>
          </p:cNvSpPr>
          <p:nvPr/>
        </p:nvSpPr>
        <p:spPr>
          <a:xfrm>
            <a:off x="4017590" y="6229636"/>
            <a:ext cx="152715" cy="48624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4320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283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sz="2000" dirty="0">
                <a:latin typeface="Trebuchet MS" panose="020B0703020202090204" pitchFamily="34" charset="0"/>
              </a:rPr>
              <a:t>*</a:t>
            </a:r>
            <a:endParaRPr lang="ja-JP" altLang="en-US" sz="2000">
              <a:latin typeface="Trebuchet MS" panose="020B0703020202090204" pitchFamily="34" charset="0"/>
            </a:endParaRPr>
          </a:p>
        </p:txBody>
      </p:sp>
      <p:pic>
        <p:nvPicPr>
          <p:cNvPr id="48" name="図 47" descr="道路を走る車&#10;&#10;AI 生成コンテンツは誤りを含む可能性があります。">
            <a:extLst>
              <a:ext uri="{FF2B5EF4-FFF2-40B4-BE49-F238E27FC236}">
                <a16:creationId xmlns:a16="http://schemas.microsoft.com/office/drawing/2014/main" id="{53F0C77D-31FD-7C49-BE46-1E8A9D5AC89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34148" y="6122620"/>
            <a:ext cx="1248181" cy="702102"/>
          </a:xfrm>
          <a:prstGeom prst="rect">
            <a:avLst/>
          </a:prstGeom>
        </p:spPr>
      </p:pic>
      <p:sp>
        <p:nvSpPr>
          <p:cNvPr id="49" name="右矢印 48">
            <a:extLst>
              <a:ext uri="{FF2B5EF4-FFF2-40B4-BE49-F238E27FC236}">
                <a16:creationId xmlns:a16="http://schemas.microsoft.com/office/drawing/2014/main" id="{AD937501-FDD7-EBA7-2CE3-C3A6DB7AF3A5}"/>
              </a:ext>
            </a:extLst>
          </p:cNvPr>
          <p:cNvSpPr/>
          <p:nvPr/>
        </p:nvSpPr>
        <p:spPr>
          <a:xfrm>
            <a:off x="4934446" y="6396417"/>
            <a:ext cx="193559" cy="152668"/>
          </a:xfrm>
          <a:prstGeom prst="rightArrow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968"/>
          </a:p>
        </p:txBody>
      </p:sp>
      <p:sp>
        <p:nvSpPr>
          <p:cNvPr id="95" name="右矢印 94">
            <a:extLst>
              <a:ext uri="{FF2B5EF4-FFF2-40B4-BE49-F238E27FC236}">
                <a16:creationId xmlns:a16="http://schemas.microsoft.com/office/drawing/2014/main" id="{BC919616-751C-8E00-BEC6-3025BE89566E}"/>
              </a:ext>
            </a:extLst>
          </p:cNvPr>
          <p:cNvSpPr/>
          <p:nvPr/>
        </p:nvSpPr>
        <p:spPr>
          <a:xfrm rot="5400000">
            <a:off x="4360511" y="5995955"/>
            <a:ext cx="384240" cy="152668"/>
          </a:xfrm>
          <a:prstGeom prst="rightArrow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968"/>
          </a:p>
        </p:txBody>
      </p:sp>
      <p:sp>
        <p:nvSpPr>
          <p:cNvPr id="97" name="右矢印 96">
            <a:extLst>
              <a:ext uri="{FF2B5EF4-FFF2-40B4-BE49-F238E27FC236}">
                <a16:creationId xmlns:a16="http://schemas.microsoft.com/office/drawing/2014/main" id="{7847EC3F-A23A-0DC7-182A-1C7696C2E785}"/>
              </a:ext>
            </a:extLst>
          </p:cNvPr>
          <p:cNvSpPr/>
          <p:nvPr/>
        </p:nvSpPr>
        <p:spPr>
          <a:xfrm>
            <a:off x="6382238" y="6396417"/>
            <a:ext cx="314276" cy="152668"/>
          </a:xfrm>
          <a:prstGeom prst="rightArrow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968"/>
          </a:p>
        </p:txBody>
      </p:sp>
      <p:sp>
        <p:nvSpPr>
          <p:cNvPr id="98" name="右矢印 97">
            <a:extLst>
              <a:ext uri="{FF2B5EF4-FFF2-40B4-BE49-F238E27FC236}">
                <a16:creationId xmlns:a16="http://schemas.microsoft.com/office/drawing/2014/main" id="{506B3DFA-0C0B-D302-2346-BB1432264CAE}"/>
              </a:ext>
            </a:extLst>
          </p:cNvPr>
          <p:cNvSpPr/>
          <p:nvPr/>
        </p:nvSpPr>
        <p:spPr>
          <a:xfrm>
            <a:off x="8381134" y="6308729"/>
            <a:ext cx="322442" cy="152668"/>
          </a:xfrm>
          <a:prstGeom prst="rightArrow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968"/>
          </a:p>
        </p:txBody>
      </p:sp>
      <p:sp>
        <p:nvSpPr>
          <p:cNvPr id="102" name="タイトル 1">
            <a:extLst>
              <a:ext uri="{FF2B5EF4-FFF2-40B4-BE49-F238E27FC236}">
                <a16:creationId xmlns:a16="http://schemas.microsoft.com/office/drawing/2014/main" id="{44C6D23E-CB33-A2C9-DC7F-260669E4F690}"/>
              </a:ext>
            </a:extLst>
          </p:cNvPr>
          <p:cNvSpPr txBox="1">
            <a:spLocks/>
          </p:cNvSpPr>
          <p:nvPr/>
        </p:nvSpPr>
        <p:spPr>
          <a:xfrm>
            <a:off x="8565001" y="4006137"/>
            <a:ext cx="2273943" cy="48624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4320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283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sz="2800" dirty="0">
                <a:solidFill>
                  <a:schemeClr val="tx1">
                    <a:alpha val="53360"/>
                  </a:schemeClr>
                </a:solidFill>
                <a:latin typeface="Constantia" panose="02030602050306030303" pitchFamily="18" charset="0"/>
                <a:cs typeface="Centaur Now Text" pitchFamily="2" charset="0"/>
              </a:rPr>
              <a:t>Main train</a:t>
            </a:r>
            <a:endParaRPr lang="ja-JP" altLang="en-US" sz="2800">
              <a:solidFill>
                <a:schemeClr val="tx1">
                  <a:alpha val="53360"/>
                </a:schemeClr>
              </a:solidFill>
              <a:latin typeface="Constantia" panose="02030602050306030303" pitchFamily="18" charset="0"/>
              <a:cs typeface="Centaur Now Tex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9386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テーマ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757</TotalTime>
  <Words>57</Words>
  <Application>Microsoft Macintosh PowerPoint</Application>
  <PresentationFormat>ユーザー設定</PresentationFormat>
  <Paragraphs>28</Paragraphs>
  <Slides>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7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9" baseType="lpstr">
      <vt:lpstr>GungSeo</vt:lpstr>
      <vt:lpstr>游ゴシック</vt:lpstr>
      <vt:lpstr>Aptos</vt:lpstr>
      <vt:lpstr>Aptos Display</vt:lpstr>
      <vt:lpstr>Arial</vt:lpstr>
      <vt:lpstr>Constantia</vt:lpstr>
      <vt:lpstr>Trebuchet MS</vt:lpstr>
      <vt:lpstr>Office テーマ</vt:lpstr>
      <vt:lpstr>Input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菊地　佑太</dc:creator>
  <cp:lastModifiedBy>菊地　佑太</cp:lastModifiedBy>
  <cp:revision>49</cp:revision>
  <dcterms:created xsi:type="dcterms:W3CDTF">2025-06-12T00:19:36Z</dcterms:created>
  <dcterms:modified xsi:type="dcterms:W3CDTF">2026-01-26T07:33:04Z</dcterms:modified>
</cp:coreProperties>
</file>